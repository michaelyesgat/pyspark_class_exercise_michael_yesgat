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8" r:id="rId2"/>
    <p:sldId id="260" r:id="rId3"/>
    <p:sldId id="261" r:id="rId4"/>
    <p:sldId id="263" r:id="rId5"/>
    <p:sldId id="265" r:id="rId6"/>
    <p:sldId id="268"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5D0928-B6C9-4F89-9D97-9B3950732DBD}" v="10" dt="2026-07-01T15:46:48.2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0" autoAdjust="0"/>
    <p:restoredTop sz="94610"/>
  </p:normalViewPr>
  <p:slideViewPr>
    <p:cSldViewPr snapToGrid="0" snapToObjects="1">
      <p:cViewPr varScale="1">
        <p:scale>
          <a:sx n="77" d="100"/>
          <a:sy n="77" d="100"/>
        </p:scale>
        <p:origin x="63" y="4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Yesgat" userId="51f5999cd7e46e83" providerId="LiveId" clId="{9AD58859-AC3E-40C5-B6E1-18D805075A28}"/>
    <pc:docChg chg="undo custSel delSld modSld">
      <pc:chgData name="Michael Yesgat" userId="51f5999cd7e46e83" providerId="LiveId" clId="{9AD58859-AC3E-40C5-B6E1-18D805075A28}" dt="2026-07-01T16:17:57.612" v="500" actId="14100"/>
      <pc:docMkLst>
        <pc:docMk/>
      </pc:docMkLst>
      <pc:sldChg chg="delSp del mod">
        <pc:chgData name="Michael Yesgat" userId="51f5999cd7e46e83" providerId="LiveId" clId="{9AD58859-AC3E-40C5-B6E1-18D805075A28}" dt="2026-07-01T15:03:55.858" v="110" actId="47"/>
        <pc:sldMkLst>
          <pc:docMk/>
          <pc:sldMk cId="0" sldId="256"/>
        </pc:sldMkLst>
        <pc:spChg chg="del">
          <ac:chgData name="Michael Yesgat" userId="51f5999cd7e46e83" providerId="LiveId" clId="{9AD58859-AC3E-40C5-B6E1-18D805075A28}" dt="2026-07-01T14:57:22.075" v="56" actId="478"/>
          <ac:spMkLst>
            <pc:docMk/>
            <pc:sldMk cId="0" sldId="256"/>
            <ac:spMk id="7" creationId="{00000000-0000-0000-0000-000000000000}"/>
          </ac:spMkLst>
        </pc:spChg>
        <pc:spChg chg="del">
          <ac:chgData name="Michael Yesgat" userId="51f5999cd7e46e83" providerId="LiveId" clId="{9AD58859-AC3E-40C5-B6E1-18D805075A28}" dt="2026-07-01T14:57:39.544" v="57" actId="478"/>
          <ac:spMkLst>
            <pc:docMk/>
            <pc:sldMk cId="0" sldId="256"/>
            <ac:spMk id="16" creationId="{00000000-0000-0000-0000-000000000000}"/>
          </ac:spMkLst>
        </pc:spChg>
      </pc:sldChg>
      <pc:sldChg chg="delSp modSp del mod">
        <pc:chgData name="Michael Yesgat" userId="51f5999cd7e46e83" providerId="LiveId" clId="{9AD58859-AC3E-40C5-B6E1-18D805075A28}" dt="2026-07-01T14:49:42.855" v="2" actId="47"/>
        <pc:sldMkLst>
          <pc:docMk/>
          <pc:sldMk cId="0" sldId="257"/>
        </pc:sldMkLst>
        <pc:spChg chg="del mod">
          <ac:chgData name="Michael Yesgat" userId="51f5999cd7e46e83" providerId="LiveId" clId="{9AD58859-AC3E-40C5-B6E1-18D805075A28}" dt="2026-07-01T14:48:58.375" v="1" actId="478"/>
          <ac:spMkLst>
            <pc:docMk/>
            <pc:sldMk cId="0" sldId="257"/>
            <ac:spMk id="6" creationId="{00000000-0000-0000-0000-000000000000}"/>
          </ac:spMkLst>
        </pc:spChg>
      </pc:sldChg>
      <pc:sldChg chg="addSp delSp modSp mod">
        <pc:chgData name="Michael Yesgat" userId="51f5999cd7e46e83" providerId="LiveId" clId="{9AD58859-AC3E-40C5-B6E1-18D805075A28}" dt="2026-07-01T16:17:35.226" v="498" actId="1076"/>
        <pc:sldMkLst>
          <pc:docMk/>
          <pc:sldMk cId="0" sldId="258"/>
        </pc:sldMkLst>
        <pc:spChg chg="mod">
          <ac:chgData name="Michael Yesgat" userId="51f5999cd7e46e83" providerId="LiveId" clId="{9AD58859-AC3E-40C5-B6E1-18D805075A28}" dt="2026-07-01T15:29:52.681" v="290" actId="20577"/>
          <ac:spMkLst>
            <pc:docMk/>
            <pc:sldMk cId="0" sldId="258"/>
            <ac:spMk id="7" creationId="{00000000-0000-0000-0000-000000000000}"/>
          </ac:spMkLst>
        </pc:spChg>
        <pc:spChg chg="mod">
          <ac:chgData name="Michael Yesgat" userId="51f5999cd7e46e83" providerId="LiveId" clId="{9AD58859-AC3E-40C5-B6E1-18D805075A28}" dt="2026-07-01T15:29:37.800" v="282"/>
          <ac:spMkLst>
            <pc:docMk/>
            <pc:sldMk cId="0" sldId="258"/>
            <ac:spMk id="9" creationId="{00000000-0000-0000-0000-000000000000}"/>
          </ac:spMkLst>
        </pc:spChg>
        <pc:spChg chg="mod">
          <ac:chgData name="Michael Yesgat" userId="51f5999cd7e46e83" providerId="LiveId" clId="{9AD58859-AC3E-40C5-B6E1-18D805075A28}" dt="2026-07-01T15:26:50.734" v="239" actId="14100"/>
          <ac:spMkLst>
            <pc:docMk/>
            <pc:sldMk cId="0" sldId="258"/>
            <ac:spMk id="10" creationId="{00000000-0000-0000-0000-000000000000}"/>
          </ac:spMkLst>
        </pc:spChg>
        <pc:spChg chg="mod">
          <ac:chgData name="Michael Yesgat" userId="51f5999cd7e46e83" providerId="LiveId" clId="{9AD58859-AC3E-40C5-B6E1-18D805075A28}" dt="2026-07-01T16:09:06.535" v="469" actId="20577"/>
          <ac:spMkLst>
            <pc:docMk/>
            <pc:sldMk cId="0" sldId="258"/>
            <ac:spMk id="11" creationId="{00000000-0000-0000-0000-000000000000}"/>
          </ac:spMkLst>
        </pc:spChg>
        <pc:spChg chg="mod">
          <ac:chgData name="Michael Yesgat" userId="51f5999cd7e46e83" providerId="LiveId" clId="{9AD58859-AC3E-40C5-B6E1-18D805075A28}" dt="2026-07-01T16:08:50.204" v="463" actId="1076"/>
          <ac:spMkLst>
            <pc:docMk/>
            <pc:sldMk cId="0" sldId="258"/>
            <ac:spMk id="12" creationId="{00000000-0000-0000-0000-000000000000}"/>
          </ac:spMkLst>
        </pc:spChg>
        <pc:spChg chg="mod">
          <ac:chgData name="Michael Yesgat" userId="51f5999cd7e46e83" providerId="LiveId" clId="{9AD58859-AC3E-40C5-B6E1-18D805075A28}" dt="2026-07-01T15:27:41.322" v="244" actId="1076"/>
          <ac:spMkLst>
            <pc:docMk/>
            <pc:sldMk cId="0" sldId="258"/>
            <ac:spMk id="13" creationId="{00000000-0000-0000-0000-000000000000}"/>
          </ac:spMkLst>
        </pc:spChg>
        <pc:spChg chg="del mod">
          <ac:chgData name="Michael Yesgat" userId="51f5999cd7e46e83" providerId="LiveId" clId="{9AD58859-AC3E-40C5-B6E1-18D805075A28}" dt="2026-07-01T15:27:37.957" v="243" actId="478"/>
          <ac:spMkLst>
            <pc:docMk/>
            <pc:sldMk cId="0" sldId="258"/>
            <ac:spMk id="14" creationId="{00000000-0000-0000-0000-000000000000}"/>
          </ac:spMkLst>
        </pc:spChg>
        <pc:spChg chg="mod">
          <ac:chgData name="Michael Yesgat" userId="51f5999cd7e46e83" providerId="LiveId" clId="{9AD58859-AC3E-40C5-B6E1-18D805075A28}" dt="2026-07-01T15:26:26.269" v="237" actId="20577"/>
          <ac:spMkLst>
            <pc:docMk/>
            <pc:sldMk cId="0" sldId="258"/>
            <ac:spMk id="15" creationId="{00000000-0000-0000-0000-000000000000}"/>
          </ac:spMkLst>
        </pc:spChg>
        <pc:spChg chg="del">
          <ac:chgData name="Michael Yesgat" userId="51f5999cd7e46e83" providerId="LiveId" clId="{9AD58859-AC3E-40C5-B6E1-18D805075A28}" dt="2026-07-01T14:57:46.646" v="58" actId="478"/>
          <ac:spMkLst>
            <pc:docMk/>
            <pc:sldMk cId="0" sldId="258"/>
            <ac:spMk id="16" creationId="{00000000-0000-0000-0000-000000000000}"/>
          </ac:spMkLst>
        </pc:spChg>
        <pc:spChg chg="add del mod">
          <ac:chgData name="Michael Yesgat" userId="51f5999cd7e46e83" providerId="LiveId" clId="{9AD58859-AC3E-40C5-B6E1-18D805075A28}" dt="2026-07-01T16:09:47.986" v="485" actId="20577"/>
          <ac:spMkLst>
            <pc:docMk/>
            <pc:sldMk cId="0" sldId="258"/>
            <ac:spMk id="16" creationId="{486755B6-8FC4-377B-A13D-B8CF7CF59A62}"/>
          </ac:spMkLst>
        </pc:spChg>
        <pc:spChg chg="add mod">
          <ac:chgData name="Michael Yesgat" userId="51f5999cd7e46e83" providerId="LiveId" clId="{9AD58859-AC3E-40C5-B6E1-18D805075A28}" dt="2026-07-01T16:17:35.226" v="498" actId="1076"/>
          <ac:spMkLst>
            <pc:docMk/>
            <pc:sldMk cId="0" sldId="258"/>
            <ac:spMk id="18" creationId="{E03CD8F8-DE42-AA15-354C-D0CDF1F114D3}"/>
          </ac:spMkLst>
        </pc:spChg>
      </pc:sldChg>
      <pc:sldChg chg="delSp modSp del mod">
        <pc:chgData name="Michael Yesgat" userId="51f5999cd7e46e83" providerId="LiveId" clId="{9AD58859-AC3E-40C5-B6E1-18D805075A28}" dt="2026-07-01T15:30:33.882" v="291" actId="47"/>
        <pc:sldMkLst>
          <pc:docMk/>
          <pc:sldMk cId="0" sldId="259"/>
        </pc:sldMkLst>
        <pc:spChg chg="del">
          <ac:chgData name="Michael Yesgat" userId="51f5999cd7e46e83" providerId="LiveId" clId="{9AD58859-AC3E-40C5-B6E1-18D805075A28}" dt="2026-07-01T14:57:59.370" v="60" actId="478"/>
          <ac:spMkLst>
            <pc:docMk/>
            <pc:sldMk cId="0" sldId="259"/>
            <ac:spMk id="6" creationId="{00000000-0000-0000-0000-000000000000}"/>
          </ac:spMkLst>
        </pc:spChg>
        <pc:spChg chg="mod">
          <ac:chgData name="Michael Yesgat" userId="51f5999cd7e46e83" providerId="LiveId" clId="{9AD58859-AC3E-40C5-B6E1-18D805075A28}" dt="2026-07-01T14:50:26.716" v="12" actId="20577"/>
          <ac:spMkLst>
            <pc:docMk/>
            <pc:sldMk cId="0" sldId="259"/>
            <ac:spMk id="17" creationId="{00000000-0000-0000-0000-000000000000}"/>
          </ac:spMkLst>
        </pc:spChg>
        <pc:spChg chg="del">
          <ac:chgData name="Michael Yesgat" userId="51f5999cd7e46e83" providerId="LiveId" clId="{9AD58859-AC3E-40C5-B6E1-18D805075A28}" dt="2026-07-01T14:57:51.740" v="59" actId="478"/>
          <ac:spMkLst>
            <pc:docMk/>
            <pc:sldMk cId="0" sldId="259"/>
            <ac:spMk id="18" creationId="{00000000-0000-0000-0000-000000000000}"/>
          </ac:spMkLst>
        </pc:spChg>
      </pc:sldChg>
      <pc:sldChg chg="addSp delSp modSp mod">
        <pc:chgData name="Michael Yesgat" userId="51f5999cd7e46e83" providerId="LiveId" clId="{9AD58859-AC3E-40C5-B6E1-18D805075A28}" dt="2026-07-01T16:17:57.612" v="500" actId="14100"/>
        <pc:sldMkLst>
          <pc:docMk/>
          <pc:sldMk cId="0" sldId="260"/>
        </pc:sldMkLst>
        <pc:spChg chg="del">
          <ac:chgData name="Michael Yesgat" userId="51f5999cd7e46e83" providerId="LiveId" clId="{9AD58859-AC3E-40C5-B6E1-18D805075A28}" dt="2026-07-01T14:58:05.090" v="61" actId="478"/>
          <ac:spMkLst>
            <pc:docMk/>
            <pc:sldMk cId="0" sldId="260"/>
            <ac:spMk id="6" creationId="{00000000-0000-0000-0000-000000000000}"/>
          </ac:spMkLst>
        </pc:spChg>
        <pc:spChg chg="mod">
          <ac:chgData name="Michael Yesgat" userId="51f5999cd7e46e83" providerId="LiveId" clId="{9AD58859-AC3E-40C5-B6E1-18D805075A28}" dt="2026-07-01T15:33:18.058" v="313" actId="255"/>
          <ac:spMkLst>
            <pc:docMk/>
            <pc:sldMk cId="0" sldId="260"/>
            <ac:spMk id="7" creationId="{00000000-0000-0000-0000-000000000000}"/>
          </ac:spMkLst>
        </pc:spChg>
        <pc:spChg chg="mod">
          <ac:chgData name="Michael Yesgat" userId="51f5999cd7e46e83" providerId="LiveId" clId="{9AD58859-AC3E-40C5-B6E1-18D805075A28}" dt="2026-07-01T16:17:51.375" v="499" actId="14100"/>
          <ac:spMkLst>
            <pc:docMk/>
            <pc:sldMk cId="0" sldId="260"/>
            <ac:spMk id="8" creationId="{00000000-0000-0000-0000-000000000000}"/>
          </ac:spMkLst>
        </pc:spChg>
        <pc:spChg chg="del mod">
          <ac:chgData name="Michael Yesgat" userId="51f5999cd7e46e83" providerId="LiveId" clId="{9AD58859-AC3E-40C5-B6E1-18D805075A28}" dt="2026-07-01T15:32:27.829" v="299" actId="478"/>
          <ac:spMkLst>
            <pc:docMk/>
            <pc:sldMk cId="0" sldId="260"/>
            <ac:spMk id="9" creationId="{00000000-0000-0000-0000-000000000000}"/>
          </ac:spMkLst>
        </pc:spChg>
        <pc:spChg chg="del mod">
          <ac:chgData name="Michael Yesgat" userId="51f5999cd7e46e83" providerId="LiveId" clId="{9AD58859-AC3E-40C5-B6E1-18D805075A28}" dt="2026-07-01T15:32:27.829" v="299" actId="478"/>
          <ac:spMkLst>
            <pc:docMk/>
            <pc:sldMk cId="0" sldId="260"/>
            <ac:spMk id="10" creationId="{00000000-0000-0000-0000-000000000000}"/>
          </ac:spMkLst>
        </pc:spChg>
        <pc:spChg chg="del mod">
          <ac:chgData name="Michael Yesgat" userId="51f5999cd7e46e83" providerId="LiveId" clId="{9AD58859-AC3E-40C5-B6E1-18D805075A28}" dt="2026-07-01T15:32:25.179" v="298" actId="478"/>
          <ac:spMkLst>
            <pc:docMk/>
            <pc:sldMk cId="0" sldId="260"/>
            <ac:spMk id="11" creationId="{00000000-0000-0000-0000-000000000000}"/>
          </ac:spMkLst>
        </pc:spChg>
        <pc:spChg chg="del mod">
          <ac:chgData name="Michael Yesgat" userId="51f5999cd7e46e83" providerId="LiveId" clId="{9AD58859-AC3E-40C5-B6E1-18D805075A28}" dt="2026-07-01T15:32:25.179" v="298" actId="478"/>
          <ac:spMkLst>
            <pc:docMk/>
            <pc:sldMk cId="0" sldId="260"/>
            <ac:spMk id="12" creationId="{00000000-0000-0000-0000-000000000000}"/>
          </ac:spMkLst>
        </pc:spChg>
        <pc:spChg chg="del mod">
          <ac:chgData name="Michael Yesgat" userId="51f5999cd7e46e83" providerId="LiveId" clId="{9AD58859-AC3E-40C5-B6E1-18D805075A28}" dt="2026-07-01T15:32:36.493" v="301" actId="478"/>
          <ac:spMkLst>
            <pc:docMk/>
            <pc:sldMk cId="0" sldId="260"/>
            <ac:spMk id="13" creationId="{00000000-0000-0000-0000-000000000000}"/>
          </ac:spMkLst>
        </pc:spChg>
        <pc:spChg chg="del mod">
          <ac:chgData name="Michael Yesgat" userId="51f5999cd7e46e83" providerId="LiveId" clId="{9AD58859-AC3E-40C5-B6E1-18D805075A28}" dt="2026-07-01T15:32:38.571" v="302" actId="478"/>
          <ac:spMkLst>
            <pc:docMk/>
            <pc:sldMk cId="0" sldId="260"/>
            <ac:spMk id="14" creationId="{00000000-0000-0000-0000-000000000000}"/>
          </ac:spMkLst>
        </pc:spChg>
        <pc:spChg chg="mod">
          <ac:chgData name="Michael Yesgat" userId="51f5999cd7e46e83" providerId="LiveId" clId="{9AD58859-AC3E-40C5-B6E1-18D805075A28}" dt="2026-07-01T15:37:13.752" v="364" actId="255"/>
          <ac:spMkLst>
            <pc:docMk/>
            <pc:sldMk cId="0" sldId="260"/>
            <ac:spMk id="15" creationId="{00000000-0000-0000-0000-000000000000}"/>
          </ac:spMkLst>
        </pc:spChg>
        <pc:spChg chg="mod">
          <ac:chgData name="Michael Yesgat" userId="51f5999cd7e46e83" providerId="LiveId" clId="{9AD58859-AC3E-40C5-B6E1-18D805075A28}" dt="2026-07-01T16:17:57.612" v="500" actId="14100"/>
          <ac:spMkLst>
            <pc:docMk/>
            <pc:sldMk cId="0" sldId="260"/>
            <ac:spMk id="16" creationId="{00000000-0000-0000-0000-000000000000}"/>
          </ac:spMkLst>
        </pc:spChg>
        <pc:spChg chg="del mod">
          <ac:chgData name="Michael Yesgat" userId="51f5999cd7e46e83" providerId="LiveId" clId="{9AD58859-AC3E-40C5-B6E1-18D805075A28}" dt="2026-07-01T15:34:04.487" v="326" actId="478"/>
          <ac:spMkLst>
            <pc:docMk/>
            <pc:sldMk cId="0" sldId="260"/>
            <ac:spMk id="17" creationId="{00000000-0000-0000-0000-000000000000}"/>
          </ac:spMkLst>
        </pc:spChg>
        <pc:spChg chg="del mod">
          <ac:chgData name="Michael Yesgat" userId="51f5999cd7e46e83" providerId="LiveId" clId="{9AD58859-AC3E-40C5-B6E1-18D805075A28}" dt="2026-07-01T15:34:04.487" v="326" actId="478"/>
          <ac:spMkLst>
            <pc:docMk/>
            <pc:sldMk cId="0" sldId="260"/>
            <ac:spMk id="18" creationId="{00000000-0000-0000-0000-000000000000}"/>
          </ac:spMkLst>
        </pc:spChg>
        <pc:spChg chg="del mod">
          <ac:chgData name="Michael Yesgat" userId="51f5999cd7e46e83" providerId="LiveId" clId="{9AD58859-AC3E-40C5-B6E1-18D805075A28}" dt="2026-07-01T15:34:04.487" v="326" actId="478"/>
          <ac:spMkLst>
            <pc:docMk/>
            <pc:sldMk cId="0" sldId="260"/>
            <ac:spMk id="19" creationId="{00000000-0000-0000-0000-000000000000}"/>
          </ac:spMkLst>
        </pc:spChg>
        <pc:spChg chg="del mod">
          <ac:chgData name="Michael Yesgat" userId="51f5999cd7e46e83" providerId="LiveId" clId="{9AD58859-AC3E-40C5-B6E1-18D805075A28}" dt="2026-07-01T15:34:04.487" v="326" actId="478"/>
          <ac:spMkLst>
            <pc:docMk/>
            <pc:sldMk cId="0" sldId="260"/>
            <ac:spMk id="20" creationId="{00000000-0000-0000-0000-000000000000}"/>
          </ac:spMkLst>
        </pc:spChg>
        <pc:spChg chg="del mod">
          <ac:chgData name="Michael Yesgat" userId="51f5999cd7e46e83" providerId="LiveId" clId="{9AD58859-AC3E-40C5-B6E1-18D805075A28}" dt="2026-07-01T15:34:04.487" v="326" actId="478"/>
          <ac:spMkLst>
            <pc:docMk/>
            <pc:sldMk cId="0" sldId="260"/>
            <ac:spMk id="21" creationId="{00000000-0000-0000-0000-000000000000}"/>
          </ac:spMkLst>
        </pc:spChg>
        <pc:spChg chg="del mod">
          <ac:chgData name="Michael Yesgat" userId="51f5999cd7e46e83" providerId="LiveId" clId="{9AD58859-AC3E-40C5-B6E1-18D805075A28}" dt="2026-07-01T15:34:04.487" v="326" actId="478"/>
          <ac:spMkLst>
            <pc:docMk/>
            <pc:sldMk cId="0" sldId="260"/>
            <ac:spMk id="22" creationId="{00000000-0000-0000-0000-000000000000}"/>
          </ac:spMkLst>
        </pc:spChg>
        <pc:spChg chg="add del">
          <ac:chgData name="Michael Yesgat" userId="51f5999cd7e46e83" providerId="LiveId" clId="{9AD58859-AC3E-40C5-B6E1-18D805075A28}" dt="2026-07-01T15:49:13.847" v="442" actId="478"/>
          <ac:spMkLst>
            <pc:docMk/>
            <pc:sldMk cId="0" sldId="260"/>
            <ac:spMk id="23" creationId="{00000000-0000-0000-0000-000000000000}"/>
          </ac:spMkLst>
        </pc:spChg>
        <pc:spChg chg="add del">
          <ac:chgData name="Michael Yesgat" userId="51f5999cd7e46e83" providerId="LiveId" clId="{9AD58859-AC3E-40C5-B6E1-18D805075A28}" dt="2026-07-01T15:49:13.847" v="442" actId="478"/>
          <ac:spMkLst>
            <pc:docMk/>
            <pc:sldMk cId="0" sldId="260"/>
            <ac:spMk id="24" creationId="{00000000-0000-0000-0000-000000000000}"/>
          </ac:spMkLst>
        </pc:spChg>
        <pc:spChg chg="add del">
          <ac:chgData name="Michael Yesgat" userId="51f5999cd7e46e83" providerId="LiveId" clId="{9AD58859-AC3E-40C5-B6E1-18D805075A28}" dt="2026-07-01T15:49:13.847" v="442" actId="478"/>
          <ac:spMkLst>
            <pc:docMk/>
            <pc:sldMk cId="0" sldId="260"/>
            <ac:spMk id="25" creationId="{00000000-0000-0000-0000-000000000000}"/>
          </ac:spMkLst>
        </pc:spChg>
        <pc:spChg chg="add del">
          <ac:chgData name="Michael Yesgat" userId="51f5999cd7e46e83" providerId="LiveId" clId="{9AD58859-AC3E-40C5-B6E1-18D805075A28}" dt="2026-07-01T15:49:13.847" v="442" actId="478"/>
          <ac:spMkLst>
            <pc:docMk/>
            <pc:sldMk cId="0" sldId="260"/>
            <ac:spMk id="26" creationId="{00000000-0000-0000-0000-000000000000}"/>
          </ac:spMkLst>
        </pc:spChg>
        <pc:spChg chg="add del">
          <ac:chgData name="Michael Yesgat" userId="51f5999cd7e46e83" providerId="LiveId" clId="{9AD58859-AC3E-40C5-B6E1-18D805075A28}" dt="2026-07-01T15:49:13.847" v="442" actId="478"/>
          <ac:spMkLst>
            <pc:docMk/>
            <pc:sldMk cId="0" sldId="260"/>
            <ac:spMk id="27" creationId="{00000000-0000-0000-0000-000000000000}"/>
          </ac:spMkLst>
        </pc:spChg>
        <pc:spChg chg="add del">
          <ac:chgData name="Michael Yesgat" userId="51f5999cd7e46e83" providerId="LiveId" clId="{9AD58859-AC3E-40C5-B6E1-18D805075A28}" dt="2026-07-01T15:49:13.847" v="442" actId="478"/>
          <ac:spMkLst>
            <pc:docMk/>
            <pc:sldMk cId="0" sldId="260"/>
            <ac:spMk id="28" creationId="{00000000-0000-0000-0000-000000000000}"/>
          </ac:spMkLst>
        </pc:spChg>
        <pc:spChg chg="del">
          <ac:chgData name="Michael Yesgat" userId="51f5999cd7e46e83" providerId="LiveId" clId="{9AD58859-AC3E-40C5-B6E1-18D805075A28}" dt="2026-07-01T15:49:17.202" v="443" actId="478"/>
          <ac:spMkLst>
            <pc:docMk/>
            <pc:sldMk cId="0" sldId="260"/>
            <ac:spMk id="29" creationId="{00000000-0000-0000-0000-000000000000}"/>
          </ac:spMkLst>
        </pc:spChg>
        <pc:spChg chg="mod">
          <ac:chgData name="Michael Yesgat" userId="51f5999cd7e46e83" providerId="LiveId" clId="{9AD58859-AC3E-40C5-B6E1-18D805075A28}" dt="2026-07-01T15:38:01.768" v="370" actId="14100"/>
          <ac:spMkLst>
            <pc:docMk/>
            <pc:sldMk cId="0" sldId="260"/>
            <ac:spMk id="30" creationId="{00000000-0000-0000-0000-000000000000}"/>
          </ac:spMkLst>
        </pc:spChg>
        <pc:spChg chg="del">
          <ac:chgData name="Michael Yesgat" userId="51f5999cd7e46e83" providerId="LiveId" clId="{9AD58859-AC3E-40C5-B6E1-18D805075A28}" dt="2026-07-01T14:58:08.012" v="62" actId="478"/>
          <ac:spMkLst>
            <pc:docMk/>
            <pc:sldMk cId="0" sldId="260"/>
            <ac:spMk id="31" creationId="{00000000-0000-0000-0000-000000000000}"/>
          </ac:spMkLst>
        </pc:spChg>
        <pc:spChg chg="add del">
          <ac:chgData name="Michael Yesgat" userId="51f5999cd7e46e83" providerId="LiveId" clId="{9AD58859-AC3E-40C5-B6E1-18D805075A28}" dt="2026-07-01T15:32:42.326" v="304" actId="22"/>
          <ac:spMkLst>
            <pc:docMk/>
            <pc:sldMk cId="0" sldId="260"/>
            <ac:spMk id="31" creationId="{73786DEC-A909-3163-27ED-526201C10875}"/>
          </ac:spMkLst>
        </pc:spChg>
      </pc:sldChg>
      <pc:sldChg chg="addSp delSp modSp mod">
        <pc:chgData name="Michael Yesgat" userId="51f5999cd7e46e83" providerId="LiveId" clId="{9AD58859-AC3E-40C5-B6E1-18D805075A28}" dt="2026-07-01T15:48:37.549" v="439" actId="1076"/>
        <pc:sldMkLst>
          <pc:docMk/>
          <pc:sldMk cId="0" sldId="261"/>
        </pc:sldMkLst>
        <pc:spChg chg="mod">
          <ac:chgData name="Michael Yesgat" userId="51f5999cd7e46e83" providerId="LiveId" clId="{9AD58859-AC3E-40C5-B6E1-18D805075A28}" dt="2026-07-01T15:45:59.908" v="420" actId="20577"/>
          <ac:spMkLst>
            <pc:docMk/>
            <pc:sldMk cId="0" sldId="261"/>
            <ac:spMk id="5" creationId="{00000000-0000-0000-0000-000000000000}"/>
          </ac:spMkLst>
        </pc:spChg>
        <pc:spChg chg="mod">
          <ac:chgData name="Michael Yesgat" userId="51f5999cd7e46e83" providerId="LiveId" clId="{9AD58859-AC3E-40C5-B6E1-18D805075A28}" dt="2026-07-01T15:47:20.525" v="430" actId="14100"/>
          <ac:spMkLst>
            <pc:docMk/>
            <pc:sldMk cId="0" sldId="261"/>
            <ac:spMk id="6" creationId="{00000000-0000-0000-0000-000000000000}"/>
          </ac:spMkLst>
        </pc:spChg>
        <pc:spChg chg="del">
          <ac:chgData name="Michael Yesgat" userId="51f5999cd7e46e83" providerId="LiveId" clId="{9AD58859-AC3E-40C5-B6E1-18D805075A28}" dt="2026-07-01T15:45:45.397" v="418" actId="478"/>
          <ac:spMkLst>
            <pc:docMk/>
            <pc:sldMk cId="0" sldId="261"/>
            <ac:spMk id="7" creationId="{00000000-0000-0000-0000-000000000000}"/>
          </ac:spMkLst>
        </pc:spChg>
        <pc:spChg chg="mod">
          <ac:chgData name="Michael Yesgat" userId="51f5999cd7e46e83" providerId="LiveId" clId="{9AD58859-AC3E-40C5-B6E1-18D805075A28}" dt="2026-07-01T15:48:37.549" v="439" actId="1076"/>
          <ac:spMkLst>
            <pc:docMk/>
            <pc:sldMk cId="0" sldId="261"/>
            <ac:spMk id="8" creationId="{00000000-0000-0000-0000-000000000000}"/>
          </ac:spMkLst>
        </pc:spChg>
        <pc:spChg chg="del">
          <ac:chgData name="Michael Yesgat" userId="51f5999cd7e46e83" providerId="LiveId" clId="{9AD58859-AC3E-40C5-B6E1-18D805075A28}" dt="2026-07-01T14:58:13.392" v="63" actId="478"/>
          <ac:spMkLst>
            <pc:docMk/>
            <pc:sldMk cId="0" sldId="261"/>
            <ac:spMk id="9" creationId="{00000000-0000-0000-0000-000000000000}"/>
          </ac:spMkLst>
        </pc:spChg>
        <pc:spChg chg="add mod">
          <ac:chgData name="Michael Yesgat" userId="51f5999cd7e46e83" providerId="LiveId" clId="{9AD58859-AC3E-40C5-B6E1-18D805075A28}" dt="2026-07-01T15:47:06.156" v="428" actId="20577"/>
          <ac:spMkLst>
            <pc:docMk/>
            <pc:sldMk cId="0" sldId="261"/>
            <ac:spMk id="9" creationId="{2FF5B081-D307-157B-DE2F-CCB51BA098D3}"/>
          </ac:spMkLst>
        </pc:spChg>
      </pc:sldChg>
      <pc:sldChg chg="delSp modSp del mod">
        <pc:chgData name="Michael Yesgat" userId="51f5999cd7e46e83" providerId="LiveId" clId="{9AD58859-AC3E-40C5-B6E1-18D805075A28}" dt="2026-07-01T15:03:38.063" v="109" actId="47"/>
        <pc:sldMkLst>
          <pc:docMk/>
          <pc:sldMk cId="0" sldId="262"/>
        </pc:sldMkLst>
        <pc:spChg chg="mod">
          <ac:chgData name="Michael Yesgat" userId="51f5999cd7e46e83" providerId="LiveId" clId="{9AD58859-AC3E-40C5-B6E1-18D805075A28}" dt="2026-07-01T14:51:12.050" v="22" actId="20577"/>
          <ac:spMkLst>
            <pc:docMk/>
            <pc:sldMk cId="0" sldId="262"/>
            <ac:spMk id="14" creationId="{00000000-0000-0000-0000-000000000000}"/>
          </ac:spMkLst>
        </pc:spChg>
        <pc:spChg chg="del">
          <ac:chgData name="Michael Yesgat" userId="51f5999cd7e46e83" providerId="LiveId" clId="{9AD58859-AC3E-40C5-B6E1-18D805075A28}" dt="2026-07-01T14:58:18.555" v="64" actId="478"/>
          <ac:spMkLst>
            <pc:docMk/>
            <pc:sldMk cId="0" sldId="262"/>
            <ac:spMk id="15" creationId="{00000000-0000-0000-0000-000000000000}"/>
          </ac:spMkLst>
        </pc:spChg>
      </pc:sldChg>
      <pc:sldChg chg="delSp modSp mod">
        <pc:chgData name="Michael Yesgat" userId="51f5999cd7e46e83" providerId="LiveId" clId="{9AD58859-AC3E-40C5-B6E1-18D805075A28}" dt="2026-07-01T15:46:09.761" v="424" actId="20577"/>
        <pc:sldMkLst>
          <pc:docMk/>
          <pc:sldMk cId="0" sldId="263"/>
        </pc:sldMkLst>
        <pc:spChg chg="mod">
          <ac:chgData name="Michael Yesgat" userId="51f5999cd7e46e83" providerId="LiveId" clId="{9AD58859-AC3E-40C5-B6E1-18D805075A28}" dt="2026-07-01T15:46:09.761" v="424" actId="20577"/>
          <ac:spMkLst>
            <pc:docMk/>
            <pc:sldMk cId="0" sldId="263"/>
            <ac:spMk id="5" creationId="{00000000-0000-0000-0000-000000000000}"/>
          </ac:spMkLst>
        </pc:spChg>
        <pc:spChg chg="mod">
          <ac:chgData name="Michael Yesgat" userId="51f5999cd7e46e83" providerId="LiveId" clId="{9AD58859-AC3E-40C5-B6E1-18D805075A28}" dt="2026-07-01T15:41:11.234" v="390" actId="14100"/>
          <ac:spMkLst>
            <pc:docMk/>
            <pc:sldMk cId="0" sldId="263"/>
            <ac:spMk id="6" creationId="{00000000-0000-0000-0000-000000000000}"/>
          </ac:spMkLst>
        </pc:spChg>
        <pc:spChg chg="mod">
          <ac:chgData name="Michael Yesgat" userId="51f5999cd7e46e83" providerId="LiveId" clId="{9AD58859-AC3E-40C5-B6E1-18D805075A28}" dt="2026-07-01T15:44:08.858" v="404" actId="1076"/>
          <ac:spMkLst>
            <pc:docMk/>
            <pc:sldMk cId="0" sldId="263"/>
            <ac:spMk id="7" creationId="{00000000-0000-0000-0000-000000000000}"/>
          </ac:spMkLst>
        </pc:spChg>
        <pc:spChg chg="mod">
          <ac:chgData name="Michael Yesgat" userId="51f5999cd7e46e83" providerId="LiveId" clId="{9AD58859-AC3E-40C5-B6E1-18D805075A28}" dt="2026-07-01T15:44:50.588" v="407" actId="1076"/>
          <ac:spMkLst>
            <pc:docMk/>
            <pc:sldMk cId="0" sldId="263"/>
            <ac:spMk id="8" creationId="{00000000-0000-0000-0000-000000000000}"/>
          </ac:spMkLst>
        </pc:spChg>
        <pc:spChg chg="mod">
          <ac:chgData name="Michael Yesgat" userId="51f5999cd7e46e83" providerId="LiveId" clId="{9AD58859-AC3E-40C5-B6E1-18D805075A28}" dt="2026-07-01T15:45:01.214" v="410" actId="1076"/>
          <ac:spMkLst>
            <pc:docMk/>
            <pc:sldMk cId="0" sldId="263"/>
            <ac:spMk id="9" creationId="{00000000-0000-0000-0000-000000000000}"/>
          </ac:spMkLst>
        </pc:spChg>
        <pc:spChg chg="mod">
          <ac:chgData name="Michael Yesgat" userId="51f5999cd7e46e83" providerId="LiveId" clId="{9AD58859-AC3E-40C5-B6E1-18D805075A28}" dt="2026-07-01T15:45:06.902" v="411" actId="1076"/>
          <ac:spMkLst>
            <pc:docMk/>
            <pc:sldMk cId="0" sldId="263"/>
            <ac:spMk id="10" creationId="{00000000-0000-0000-0000-000000000000}"/>
          </ac:spMkLst>
        </pc:spChg>
        <pc:spChg chg="mod">
          <ac:chgData name="Michael Yesgat" userId="51f5999cd7e46e83" providerId="LiveId" clId="{9AD58859-AC3E-40C5-B6E1-18D805075A28}" dt="2026-07-01T15:45:20.899" v="416" actId="14100"/>
          <ac:spMkLst>
            <pc:docMk/>
            <pc:sldMk cId="0" sldId="263"/>
            <ac:spMk id="11" creationId="{00000000-0000-0000-0000-000000000000}"/>
          </ac:spMkLst>
        </pc:spChg>
        <pc:spChg chg="mod">
          <ac:chgData name="Michael Yesgat" userId="51f5999cd7e46e83" providerId="LiveId" clId="{9AD58859-AC3E-40C5-B6E1-18D805075A28}" dt="2026-07-01T15:45:26.713" v="417" actId="1076"/>
          <ac:spMkLst>
            <pc:docMk/>
            <pc:sldMk cId="0" sldId="263"/>
            <ac:spMk id="12" creationId="{00000000-0000-0000-0000-000000000000}"/>
          </ac:spMkLst>
        </pc:spChg>
        <pc:spChg chg="del">
          <ac:chgData name="Michael Yesgat" userId="51f5999cd7e46e83" providerId="LiveId" clId="{9AD58859-AC3E-40C5-B6E1-18D805075A28}" dt="2026-07-01T15:44:42.309" v="405" actId="478"/>
          <ac:spMkLst>
            <pc:docMk/>
            <pc:sldMk cId="0" sldId="263"/>
            <ac:spMk id="13" creationId="{00000000-0000-0000-0000-000000000000}"/>
          </ac:spMkLst>
        </pc:spChg>
        <pc:spChg chg="del">
          <ac:chgData name="Michael Yesgat" userId="51f5999cd7e46e83" providerId="LiveId" clId="{9AD58859-AC3E-40C5-B6E1-18D805075A28}" dt="2026-07-01T15:44:42.309" v="405" actId="478"/>
          <ac:spMkLst>
            <pc:docMk/>
            <pc:sldMk cId="0" sldId="263"/>
            <ac:spMk id="14" creationId="{00000000-0000-0000-0000-000000000000}"/>
          </ac:spMkLst>
        </pc:spChg>
        <pc:spChg chg="del">
          <ac:chgData name="Michael Yesgat" userId="51f5999cd7e46e83" providerId="LiveId" clId="{9AD58859-AC3E-40C5-B6E1-18D805075A28}" dt="2026-07-01T15:44:42.309" v="405" actId="478"/>
          <ac:spMkLst>
            <pc:docMk/>
            <pc:sldMk cId="0" sldId="263"/>
            <ac:spMk id="15" creationId="{00000000-0000-0000-0000-000000000000}"/>
          </ac:spMkLst>
        </pc:spChg>
        <pc:spChg chg="del">
          <ac:chgData name="Michael Yesgat" userId="51f5999cd7e46e83" providerId="LiveId" clId="{9AD58859-AC3E-40C5-B6E1-18D805075A28}" dt="2026-07-01T15:44:42.309" v="405" actId="478"/>
          <ac:spMkLst>
            <pc:docMk/>
            <pc:sldMk cId="0" sldId="263"/>
            <ac:spMk id="16" creationId="{00000000-0000-0000-0000-000000000000}"/>
          </ac:spMkLst>
        </pc:spChg>
        <pc:spChg chg="del">
          <ac:chgData name="Michael Yesgat" userId="51f5999cd7e46e83" providerId="LiveId" clId="{9AD58859-AC3E-40C5-B6E1-18D805075A28}" dt="2026-07-01T15:44:42.309" v="405" actId="478"/>
          <ac:spMkLst>
            <pc:docMk/>
            <pc:sldMk cId="0" sldId="263"/>
            <ac:spMk id="17" creationId="{00000000-0000-0000-0000-000000000000}"/>
          </ac:spMkLst>
        </pc:spChg>
        <pc:spChg chg="del">
          <ac:chgData name="Michael Yesgat" userId="51f5999cd7e46e83" providerId="LiveId" clId="{9AD58859-AC3E-40C5-B6E1-18D805075A28}" dt="2026-07-01T15:44:42.309" v="405" actId="478"/>
          <ac:spMkLst>
            <pc:docMk/>
            <pc:sldMk cId="0" sldId="263"/>
            <ac:spMk id="18" creationId="{00000000-0000-0000-0000-000000000000}"/>
          </ac:spMkLst>
        </pc:spChg>
        <pc:spChg chg="del">
          <ac:chgData name="Michael Yesgat" userId="51f5999cd7e46e83" providerId="LiveId" clId="{9AD58859-AC3E-40C5-B6E1-18D805075A28}" dt="2026-07-01T15:44:42.309" v="405" actId="478"/>
          <ac:spMkLst>
            <pc:docMk/>
            <pc:sldMk cId="0" sldId="263"/>
            <ac:spMk id="19" creationId="{00000000-0000-0000-0000-000000000000}"/>
          </ac:spMkLst>
        </pc:spChg>
        <pc:spChg chg="del">
          <ac:chgData name="Michael Yesgat" userId="51f5999cd7e46e83" providerId="LiveId" clId="{9AD58859-AC3E-40C5-B6E1-18D805075A28}" dt="2026-07-01T15:44:42.309" v="405" actId="478"/>
          <ac:spMkLst>
            <pc:docMk/>
            <pc:sldMk cId="0" sldId="263"/>
            <ac:spMk id="20" creationId="{00000000-0000-0000-0000-000000000000}"/>
          </ac:spMkLst>
        </pc:spChg>
        <pc:spChg chg="mod">
          <ac:chgData name="Michael Yesgat" userId="51f5999cd7e46e83" providerId="LiveId" clId="{9AD58859-AC3E-40C5-B6E1-18D805075A28}" dt="2026-07-01T15:40:29.582" v="387" actId="20577"/>
          <ac:spMkLst>
            <pc:docMk/>
            <pc:sldMk cId="0" sldId="263"/>
            <ac:spMk id="21" creationId="{00000000-0000-0000-0000-000000000000}"/>
          </ac:spMkLst>
        </pc:spChg>
        <pc:spChg chg="del">
          <ac:chgData name="Michael Yesgat" userId="51f5999cd7e46e83" providerId="LiveId" clId="{9AD58859-AC3E-40C5-B6E1-18D805075A28}" dt="2026-07-01T14:58:24.219" v="65" actId="478"/>
          <ac:spMkLst>
            <pc:docMk/>
            <pc:sldMk cId="0" sldId="263"/>
            <ac:spMk id="22" creationId="{00000000-0000-0000-0000-000000000000}"/>
          </ac:spMkLst>
        </pc:spChg>
      </pc:sldChg>
      <pc:sldChg chg="delSp modSp del mod">
        <pc:chgData name="Michael Yesgat" userId="51f5999cd7e46e83" providerId="LiveId" clId="{9AD58859-AC3E-40C5-B6E1-18D805075A28}" dt="2026-07-01T15:03:28.489" v="108" actId="47"/>
        <pc:sldMkLst>
          <pc:docMk/>
          <pc:sldMk cId="0" sldId="264"/>
        </pc:sldMkLst>
        <pc:spChg chg="mod">
          <ac:chgData name="Michael Yesgat" userId="51f5999cd7e46e83" providerId="LiveId" clId="{9AD58859-AC3E-40C5-B6E1-18D805075A28}" dt="2026-07-01T15:02:31.849" v="103" actId="27636"/>
          <ac:spMkLst>
            <pc:docMk/>
            <pc:sldMk cId="0" sldId="264"/>
            <ac:spMk id="9" creationId="{00000000-0000-0000-0000-000000000000}"/>
          </ac:spMkLst>
        </pc:spChg>
        <pc:spChg chg="del">
          <ac:chgData name="Michael Yesgat" userId="51f5999cd7e46e83" providerId="LiveId" clId="{9AD58859-AC3E-40C5-B6E1-18D805075A28}" dt="2026-07-01T14:58:29.094" v="66" actId="478"/>
          <ac:spMkLst>
            <pc:docMk/>
            <pc:sldMk cId="0" sldId="264"/>
            <ac:spMk id="10" creationId="{00000000-0000-0000-0000-000000000000}"/>
          </ac:spMkLst>
        </pc:spChg>
      </pc:sldChg>
      <pc:sldChg chg="addSp delSp modSp mod">
        <pc:chgData name="Michael Yesgat" userId="51f5999cd7e46e83" providerId="LiveId" clId="{9AD58859-AC3E-40C5-B6E1-18D805075A28}" dt="2026-07-01T15:22:56.004" v="228" actId="20577"/>
        <pc:sldMkLst>
          <pc:docMk/>
          <pc:sldMk cId="0" sldId="265"/>
        </pc:sldMkLst>
        <pc:spChg chg="mod">
          <ac:chgData name="Michael Yesgat" userId="51f5999cd7e46e83" providerId="LiveId" clId="{9AD58859-AC3E-40C5-B6E1-18D805075A28}" dt="2026-07-01T15:17:31.361" v="131" actId="27636"/>
          <ac:spMkLst>
            <pc:docMk/>
            <pc:sldMk cId="0" sldId="265"/>
            <ac:spMk id="6" creationId="{00000000-0000-0000-0000-000000000000}"/>
          </ac:spMkLst>
        </pc:spChg>
        <pc:spChg chg="mod">
          <ac:chgData name="Michael Yesgat" userId="51f5999cd7e46e83" providerId="LiveId" clId="{9AD58859-AC3E-40C5-B6E1-18D805075A28}" dt="2026-07-01T15:22:10.751" v="217" actId="6549"/>
          <ac:spMkLst>
            <pc:docMk/>
            <pc:sldMk cId="0" sldId="265"/>
            <ac:spMk id="7" creationId="{00000000-0000-0000-0000-000000000000}"/>
          </ac:spMkLst>
        </pc:spChg>
        <pc:spChg chg="mod">
          <ac:chgData name="Michael Yesgat" userId="51f5999cd7e46e83" providerId="LiveId" clId="{9AD58859-AC3E-40C5-B6E1-18D805075A28}" dt="2026-07-01T15:20:31.695" v="142" actId="1076"/>
          <ac:spMkLst>
            <pc:docMk/>
            <pc:sldMk cId="0" sldId="265"/>
            <ac:spMk id="8" creationId="{00000000-0000-0000-0000-000000000000}"/>
          </ac:spMkLst>
        </pc:spChg>
        <pc:spChg chg="mod">
          <ac:chgData name="Michael Yesgat" userId="51f5999cd7e46e83" providerId="LiveId" clId="{9AD58859-AC3E-40C5-B6E1-18D805075A28}" dt="2026-07-01T15:20:43.215" v="145" actId="14100"/>
          <ac:spMkLst>
            <pc:docMk/>
            <pc:sldMk cId="0" sldId="265"/>
            <ac:spMk id="9" creationId="{00000000-0000-0000-0000-000000000000}"/>
          </ac:spMkLst>
        </pc:spChg>
        <pc:spChg chg="mod">
          <ac:chgData name="Michael Yesgat" userId="51f5999cd7e46e83" providerId="LiveId" clId="{9AD58859-AC3E-40C5-B6E1-18D805075A28}" dt="2026-07-01T15:20:45.878" v="146" actId="1076"/>
          <ac:spMkLst>
            <pc:docMk/>
            <pc:sldMk cId="0" sldId="265"/>
            <ac:spMk id="10" creationId="{00000000-0000-0000-0000-000000000000}"/>
          </ac:spMkLst>
        </pc:spChg>
        <pc:spChg chg="mod">
          <ac:chgData name="Michael Yesgat" userId="51f5999cd7e46e83" providerId="LiveId" clId="{9AD58859-AC3E-40C5-B6E1-18D805075A28}" dt="2026-07-01T15:21:08.333" v="152" actId="14100"/>
          <ac:spMkLst>
            <pc:docMk/>
            <pc:sldMk cId="0" sldId="265"/>
            <ac:spMk id="11" creationId="{00000000-0000-0000-0000-000000000000}"/>
          </ac:spMkLst>
        </pc:spChg>
        <pc:spChg chg="mod">
          <ac:chgData name="Michael Yesgat" userId="51f5999cd7e46e83" providerId="LiveId" clId="{9AD58859-AC3E-40C5-B6E1-18D805075A28}" dt="2026-07-01T15:20:50.280" v="147" actId="1076"/>
          <ac:spMkLst>
            <pc:docMk/>
            <pc:sldMk cId="0" sldId="265"/>
            <ac:spMk id="12" creationId="{00000000-0000-0000-0000-000000000000}"/>
          </ac:spMkLst>
        </pc:spChg>
        <pc:spChg chg="del">
          <ac:chgData name="Michael Yesgat" userId="51f5999cd7e46e83" providerId="LiveId" clId="{9AD58859-AC3E-40C5-B6E1-18D805075A28}" dt="2026-07-01T15:20:17.162" v="140" actId="478"/>
          <ac:spMkLst>
            <pc:docMk/>
            <pc:sldMk cId="0" sldId="265"/>
            <ac:spMk id="13" creationId="{00000000-0000-0000-0000-000000000000}"/>
          </ac:spMkLst>
        </pc:spChg>
        <pc:spChg chg="del">
          <ac:chgData name="Michael Yesgat" userId="51f5999cd7e46e83" providerId="LiveId" clId="{9AD58859-AC3E-40C5-B6E1-18D805075A28}" dt="2026-07-01T15:20:13.509" v="139" actId="478"/>
          <ac:spMkLst>
            <pc:docMk/>
            <pc:sldMk cId="0" sldId="265"/>
            <ac:spMk id="14" creationId="{00000000-0000-0000-0000-000000000000}"/>
          </ac:spMkLst>
        </pc:spChg>
        <pc:spChg chg="del">
          <ac:chgData name="Michael Yesgat" userId="51f5999cd7e46e83" providerId="LiveId" clId="{9AD58859-AC3E-40C5-B6E1-18D805075A28}" dt="2026-07-01T15:20:10.453" v="138" actId="478"/>
          <ac:spMkLst>
            <pc:docMk/>
            <pc:sldMk cId="0" sldId="265"/>
            <ac:spMk id="15" creationId="{00000000-0000-0000-0000-000000000000}"/>
          </ac:spMkLst>
        </pc:spChg>
        <pc:spChg chg="del">
          <ac:chgData name="Michael Yesgat" userId="51f5999cd7e46e83" providerId="LiveId" clId="{9AD58859-AC3E-40C5-B6E1-18D805075A28}" dt="2026-07-01T15:20:10.453" v="138" actId="478"/>
          <ac:spMkLst>
            <pc:docMk/>
            <pc:sldMk cId="0" sldId="265"/>
            <ac:spMk id="16" creationId="{00000000-0000-0000-0000-000000000000}"/>
          </ac:spMkLst>
        </pc:spChg>
        <pc:spChg chg="del">
          <ac:chgData name="Michael Yesgat" userId="51f5999cd7e46e83" providerId="LiveId" clId="{9AD58859-AC3E-40C5-B6E1-18D805075A28}" dt="2026-07-01T15:20:10.453" v="138" actId="478"/>
          <ac:spMkLst>
            <pc:docMk/>
            <pc:sldMk cId="0" sldId="265"/>
            <ac:spMk id="17" creationId="{00000000-0000-0000-0000-000000000000}"/>
          </ac:spMkLst>
        </pc:spChg>
        <pc:spChg chg="del">
          <ac:chgData name="Michael Yesgat" userId="51f5999cd7e46e83" providerId="LiveId" clId="{9AD58859-AC3E-40C5-B6E1-18D805075A28}" dt="2026-07-01T15:20:10.453" v="138" actId="478"/>
          <ac:spMkLst>
            <pc:docMk/>
            <pc:sldMk cId="0" sldId="265"/>
            <ac:spMk id="18" creationId="{00000000-0000-0000-0000-000000000000}"/>
          </ac:spMkLst>
        </pc:spChg>
        <pc:spChg chg="del">
          <ac:chgData name="Michael Yesgat" userId="51f5999cd7e46e83" providerId="LiveId" clId="{9AD58859-AC3E-40C5-B6E1-18D805075A28}" dt="2026-07-01T15:20:10.453" v="138" actId="478"/>
          <ac:spMkLst>
            <pc:docMk/>
            <pc:sldMk cId="0" sldId="265"/>
            <ac:spMk id="19" creationId="{00000000-0000-0000-0000-000000000000}"/>
          </ac:spMkLst>
        </pc:spChg>
        <pc:spChg chg="del">
          <ac:chgData name="Michael Yesgat" userId="51f5999cd7e46e83" providerId="LiveId" clId="{9AD58859-AC3E-40C5-B6E1-18D805075A28}" dt="2026-07-01T15:20:10.453" v="138" actId="478"/>
          <ac:spMkLst>
            <pc:docMk/>
            <pc:sldMk cId="0" sldId="265"/>
            <ac:spMk id="20" creationId="{00000000-0000-0000-0000-000000000000}"/>
          </ac:spMkLst>
        </pc:spChg>
        <pc:spChg chg="del mod">
          <ac:chgData name="Michael Yesgat" userId="51f5999cd7e46e83" providerId="LiveId" clId="{9AD58859-AC3E-40C5-B6E1-18D805075A28}" dt="2026-07-01T15:20:58.177" v="149" actId="478"/>
          <ac:spMkLst>
            <pc:docMk/>
            <pc:sldMk cId="0" sldId="265"/>
            <ac:spMk id="21" creationId="{00000000-0000-0000-0000-000000000000}"/>
          </ac:spMkLst>
        </pc:spChg>
        <pc:spChg chg="del">
          <ac:chgData name="Michael Yesgat" userId="51f5999cd7e46e83" providerId="LiveId" clId="{9AD58859-AC3E-40C5-B6E1-18D805075A28}" dt="2026-07-01T14:58:32.729" v="67" actId="478"/>
          <ac:spMkLst>
            <pc:docMk/>
            <pc:sldMk cId="0" sldId="265"/>
            <ac:spMk id="22" creationId="{00000000-0000-0000-0000-000000000000}"/>
          </ac:spMkLst>
        </pc:spChg>
        <pc:spChg chg="add mod">
          <ac:chgData name="Michael Yesgat" userId="51f5999cd7e46e83" providerId="LiveId" clId="{9AD58859-AC3E-40C5-B6E1-18D805075A28}" dt="2026-07-01T15:22:56.004" v="228" actId="20577"/>
          <ac:spMkLst>
            <pc:docMk/>
            <pc:sldMk cId="0" sldId="265"/>
            <ac:spMk id="23" creationId="{17F62B3B-53B2-057A-9581-146FDEFF8DEE}"/>
          </ac:spMkLst>
        </pc:spChg>
      </pc:sldChg>
      <pc:sldChg chg="delSp modSp del mod">
        <pc:chgData name="Michael Yesgat" userId="51f5999cd7e46e83" providerId="LiveId" clId="{9AD58859-AC3E-40C5-B6E1-18D805075A28}" dt="2026-07-01T15:02:46.278" v="107" actId="47"/>
        <pc:sldMkLst>
          <pc:docMk/>
          <pc:sldMk cId="0" sldId="266"/>
        </pc:sldMkLst>
        <pc:spChg chg="mod">
          <ac:chgData name="Michael Yesgat" userId="51f5999cd7e46e83" providerId="LiveId" clId="{9AD58859-AC3E-40C5-B6E1-18D805075A28}" dt="2026-07-01T15:01:28.370" v="82" actId="20577"/>
          <ac:spMkLst>
            <pc:docMk/>
            <pc:sldMk cId="0" sldId="266"/>
            <ac:spMk id="10" creationId="{00000000-0000-0000-0000-000000000000}"/>
          </ac:spMkLst>
        </pc:spChg>
        <pc:spChg chg="del">
          <ac:chgData name="Michael Yesgat" userId="51f5999cd7e46e83" providerId="LiveId" clId="{9AD58859-AC3E-40C5-B6E1-18D805075A28}" dt="2026-07-01T14:58:36.964" v="68" actId="478"/>
          <ac:spMkLst>
            <pc:docMk/>
            <pc:sldMk cId="0" sldId="266"/>
            <ac:spMk id="11" creationId="{00000000-0000-0000-0000-000000000000}"/>
          </ac:spMkLst>
        </pc:spChg>
      </pc:sldChg>
      <pc:sldChg chg="delSp del mod">
        <pc:chgData name="Michael Yesgat" userId="51f5999cd7e46e83" providerId="LiveId" clId="{9AD58859-AC3E-40C5-B6E1-18D805075A28}" dt="2026-07-01T15:01:05.767" v="71" actId="47"/>
        <pc:sldMkLst>
          <pc:docMk/>
          <pc:sldMk cId="0" sldId="267"/>
        </pc:sldMkLst>
        <pc:spChg chg="del">
          <ac:chgData name="Michael Yesgat" userId="51f5999cd7e46e83" providerId="LiveId" clId="{9AD58859-AC3E-40C5-B6E1-18D805075A28}" dt="2026-07-01T14:54:31.389" v="37" actId="478"/>
          <ac:spMkLst>
            <pc:docMk/>
            <pc:sldMk cId="0" sldId="267"/>
            <ac:spMk id="6" creationId="{00000000-0000-0000-0000-000000000000}"/>
          </ac:spMkLst>
        </pc:spChg>
        <pc:spChg chg="del">
          <ac:chgData name="Michael Yesgat" userId="51f5999cd7e46e83" providerId="LiveId" clId="{9AD58859-AC3E-40C5-B6E1-18D805075A28}" dt="2026-07-01T14:58:41.991" v="69" actId="478"/>
          <ac:spMkLst>
            <pc:docMk/>
            <pc:sldMk cId="0" sldId="267"/>
            <ac:spMk id="24" creationId="{00000000-0000-0000-0000-000000000000}"/>
          </ac:spMkLst>
        </pc:spChg>
      </pc:sldChg>
      <pc:sldChg chg="delSp modSp mod">
        <pc:chgData name="Michael Yesgat" userId="51f5999cd7e46e83" providerId="LiveId" clId="{9AD58859-AC3E-40C5-B6E1-18D805075A28}" dt="2026-07-01T15:16:57.194" v="129" actId="478"/>
        <pc:sldMkLst>
          <pc:docMk/>
          <pc:sldMk cId="0" sldId="268"/>
        </pc:sldMkLst>
        <pc:spChg chg="mod">
          <ac:chgData name="Michael Yesgat" userId="51f5999cd7e46e83" providerId="LiveId" clId="{9AD58859-AC3E-40C5-B6E1-18D805075A28}" dt="2026-07-01T14:53:43.728" v="36" actId="20577"/>
          <ac:spMkLst>
            <pc:docMk/>
            <pc:sldMk cId="0" sldId="268"/>
            <ac:spMk id="5" creationId="{00000000-0000-0000-0000-000000000000}"/>
          </ac:spMkLst>
        </pc:spChg>
        <pc:spChg chg="mod">
          <ac:chgData name="Michael Yesgat" userId="51f5999cd7e46e83" providerId="LiveId" clId="{9AD58859-AC3E-40C5-B6E1-18D805075A28}" dt="2026-07-01T15:15:26.362" v="122" actId="20577"/>
          <ac:spMkLst>
            <pc:docMk/>
            <pc:sldMk cId="0" sldId="268"/>
            <ac:spMk id="7" creationId="{00000000-0000-0000-0000-000000000000}"/>
          </ac:spMkLst>
        </pc:spChg>
        <pc:spChg chg="mod">
          <ac:chgData name="Michael Yesgat" userId="51f5999cd7e46e83" providerId="LiveId" clId="{9AD58859-AC3E-40C5-B6E1-18D805075A28}" dt="2026-07-01T15:15:20.965" v="120" actId="20577"/>
          <ac:spMkLst>
            <pc:docMk/>
            <pc:sldMk cId="0" sldId="268"/>
            <ac:spMk id="8" creationId="{00000000-0000-0000-0000-000000000000}"/>
          </ac:spMkLst>
        </pc:spChg>
        <pc:spChg chg="mod">
          <ac:chgData name="Michael Yesgat" userId="51f5999cd7e46e83" providerId="LiveId" clId="{9AD58859-AC3E-40C5-B6E1-18D805075A28}" dt="2026-07-01T15:16:11.374" v="127" actId="20577"/>
          <ac:spMkLst>
            <pc:docMk/>
            <pc:sldMk cId="0" sldId="268"/>
            <ac:spMk id="9" creationId="{00000000-0000-0000-0000-000000000000}"/>
          </ac:spMkLst>
        </pc:spChg>
        <pc:spChg chg="del">
          <ac:chgData name="Michael Yesgat" userId="51f5999cd7e46e83" providerId="LiveId" clId="{9AD58859-AC3E-40C5-B6E1-18D805075A28}" dt="2026-07-01T15:16:54.948" v="128" actId="478"/>
          <ac:spMkLst>
            <pc:docMk/>
            <pc:sldMk cId="0" sldId="268"/>
            <ac:spMk id="10" creationId="{00000000-0000-0000-0000-000000000000}"/>
          </ac:spMkLst>
        </pc:spChg>
        <pc:spChg chg="del">
          <ac:chgData name="Michael Yesgat" userId="51f5999cd7e46e83" providerId="LiveId" clId="{9AD58859-AC3E-40C5-B6E1-18D805075A28}" dt="2026-07-01T15:16:57.194" v="129" actId="478"/>
          <ac:spMkLst>
            <pc:docMk/>
            <pc:sldMk cId="0" sldId="268"/>
            <ac:spMk id="11" creationId="{00000000-0000-0000-0000-000000000000}"/>
          </ac:spMkLst>
        </pc:spChg>
        <pc:spChg chg="del">
          <ac:chgData name="Michael Yesgat" userId="51f5999cd7e46e83" providerId="LiveId" clId="{9AD58859-AC3E-40C5-B6E1-18D805075A28}" dt="2026-07-01T14:58:45.872" v="70" actId="478"/>
          <ac:spMkLst>
            <pc:docMk/>
            <pc:sldMk cId="0" sldId="268"/>
            <ac:spMk id="12" creationId="{00000000-0000-0000-0000-000000000000}"/>
          </ac:spMkLst>
        </pc:spChg>
      </pc:sldChg>
      <pc:sldChg chg="del">
        <pc:chgData name="Michael Yesgat" userId="51f5999cd7e46e83" providerId="LiveId" clId="{9AD58859-AC3E-40C5-B6E1-18D805075A28}" dt="2026-07-01T14:53:17.512" v="24" actId="47"/>
        <pc:sldMkLst>
          <pc:docMk/>
          <pc:sldMk cId="0" sldId="269"/>
        </pc:sldMkLst>
      </pc:sldChg>
      <pc:sldChg chg="del">
        <pc:chgData name="Michael Yesgat" userId="51f5999cd7e46e83" providerId="LiveId" clId="{9AD58859-AC3E-40C5-B6E1-18D805075A28}" dt="2026-07-01T14:53:06.880" v="23" actId="47"/>
        <pc:sldMkLst>
          <pc:docMk/>
          <pc:sldMk cId="0"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6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professor language: actions use the DAG to execute tasks and return the final result to the driver or storage.
Mention that transformations create new RDDs because RDDs are immutable.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wide transformations are not bad, they are necessary. But I need to recognize them because they drive runtime, memory pressure, disk spill, and network traffic.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simple example: A and B records are spread across partitions. To reduce by key, Spark must move all A values together and all B values together.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CSV is easy for humans but inefficient for repeated analytics. Parquet is more production-friendly because it stores schema and allows Spark to skip irrelevant columns and sometimes row groups.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same-key idea. If orders and customers are bucketed by customer_id into the same number of buckets, Spark has a better chance to match bucket to bucket during joins.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to corporate maturity: good Spark engineers do not just make output. They think about reliable runtime, repeatability, schema quality, and cost.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75488" y="210312"/>
            <a:ext cx="3840480" cy="91440"/>
          </a:xfrm>
          <a:prstGeom prst="rect">
            <a:avLst/>
          </a:prstGeom>
          <a:solidFill>
            <a:srgbClr val="2F6A5B"/>
          </a:solidFill>
          <a:ln w="12700">
            <a:solidFill>
              <a:srgbClr val="2F6A5B"/>
            </a:solidFill>
            <a:prstDash val="solid"/>
          </a:ln>
        </p:spPr>
        <p:txBody>
          <a:bodyPr/>
          <a:lstStyle/>
          <a:p>
            <a:endParaRPr lang="en-US"/>
          </a:p>
        </p:txBody>
      </p:sp>
      <p:sp>
        <p:nvSpPr>
          <p:cNvPr id="3" name="Shape 1"/>
          <p:cNvSpPr/>
          <p:nvPr/>
        </p:nvSpPr>
        <p:spPr>
          <a:xfrm>
            <a:off x="4407408" y="210312"/>
            <a:ext cx="3703320" cy="91440"/>
          </a:xfrm>
          <a:prstGeom prst="rect">
            <a:avLst/>
          </a:prstGeom>
          <a:solidFill>
            <a:srgbClr val="87AD4C"/>
          </a:solidFill>
          <a:ln w="12700">
            <a:solidFill>
              <a:srgbClr val="87AD4C"/>
            </a:solidFill>
            <a:prstDash val="solid"/>
          </a:ln>
        </p:spPr>
        <p:txBody>
          <a:bodyPr/>
          <a:lstStyle/>
          <a:p>
            <a:endParaRPr lang="en-US"/>
          </a:p>
        </p:txBody>
      </p:sp>
      <p:sp>
        <p:nvSpPr>
          <p:cNvPr id="4" name="Shape 2"/>
          <p:cNvSpPr/>
          <p:nvPr/>
        </p:nvSpPr>
        <p:spPr>
          <a:xfrm>
            <a:off x="8211312" y="210312"/>
            <a:ext cx="3520440" cy="91440"/>
          </a:xfrm>
          <a:prstGeom prst="rect">
            <a:avLst/>
          </a:prstGeom>
          <a:solidFill>
            <a:srgbClr val="8B97A1"/>
          </a:solidFill>
          <a:ln w="12700">
            <a:solidFill>
              <a:srgbClr val="8B97A1"/>
            </a:solidFill>
            <a:prstDash val="solid"/>
          </a:ln>
        </p:spPr>
        <p:txBody>
          <a:bodyPr/>
          <a:lstStyle/>
          <a:p>
            <a:endParaRPr lang="en-US"/>
          </a:p>
        </p:txBody>
      </p:sp>
      <p:sp>
        <p:nvSpPr>
          <p:cNvPr id="5" name="Text 3"/>
          <p:cNvSpPr/>
          <p:nvPr/>
        </p:nvSpPr>
        <p:spPr>
          <a:xfrm>
            <a:off x="475488" y="502920"/>
            <a:ext cx="11247120" cy="987552"/>
          </a:xfrm>
          <a:prstGeom prst="rect">
            <a:avLst/>
          </a:prstGeom>
          <a:solidFill>
            <a:srgbClr val="2F6A5B"/>
          </a:solidFill>
          <a:ln>
            <a:solidFill>
              <a:srgbClr val="2F6A5B"/>
            </a:solidFill>
          </a:ln>
        </p:spPr>
        <p:txBody>
          <a:bodyPr wrap="square" lIns="2286" tIns="2286" rIns="2286" bIns="2286" rtlCol="0" anchor="ctr">
            <a:normAutofit/>
          </a:bodyPr>
          <a:lstStyle/>
          <a:p>
            <a:pPr marL="0" indent="0">
              <a:buNone/>
            </a:pPr>
            <a:r>
              <a:rPr lang="en-US" sz="3100" dirty="0">
                <a:solidFill>
                  <a:srgbClr val="FFFFFF"/>
                </a:solidFill>
                <a:latin typeface="Aptos Display" pitchFamily="34" charset="0"/>
                <a:ea typeface="Aptos Display" pitchFamily="34" charset="-122"/>
                <a:cs typeface="Aptos Display" pitchFamily="34" charset="-120"/>
              </a:rPr>
              <a:t>RDD operations: transformations vs actions</a:t>
            </a:r>
            <a:endParaRPr lang="en-US" sz="3100" dirty="0"/>
          </a:p>
        </p:txBody>
      </p:sp>
      <p:sp>
        <p:nvSpPr>
          <p:cNvPr id="6" name="Text 4"/>
          <p:cNvSpPr/>
          <p:nvPr/>
        </p:nvSpPr>
        <p:spPr>
          <a:xfrm>
            <a:off x="822960" y="1965960"/>
            <a:ext cx="2560320" cy="292608"/>
          </a:xfrm>
          <a:prstGeom prst="rect">
            <a:avLst/>
          </a:prstGeom>
          <a:noFill/>
          <a:ln/>
        </p:spPr>
        <p:txBody>
          <a:bodyPr wrap="square" lIns="0" tIns="0" rIns="0" bIns="0" rtlCol="0" anchor="ctr"/>
          <a:lstStyle/>
          <a:p>
            <a:pPr marL="0" indent="0">
              <a:buNone/>
            </a:pPr>
            <a:r>
              <a:rPr lang="en-US" sz="1300" b="1" dirty="0">
                <a:solidFill>
                  <a:srgbClr val="204B41"/>
                </a:solidFill>
              </a:rPr>
              <a:t>Transformations</a:t>
            </a:r>
            <a:endParaRPr lang="en-US" sz="1300" dirty="0"/>
          </a:p>
        </p:txBody>
      </p:sp>
      <p:sp>
        <p:nvSpPr>
          <p:cNvPr id="7" name="Text 5"/>
          <p:cNvSpPr/>
          <p:nvPr/>
        </p:nvSpPr>
        <p:spPr>
          <a:xfrm>
            <a:off x="822960" y="2331720"/>
            <a:ext cx="3886200" cy="2286000"/>
          </a:xfrm>
          <a:prstGeom prst="rect">
            <a:avLst/>
          </a:prstGeom>
          <a:noFill/>
          <a:ln/>
        </p:spPr>
        <p:txBody>
          <a:bodyPr wrap="square" lIns="635" tIns="635" rIns="635" bIns="635" rtlCol="0" anchor="t">
            <a:normAutofit/>
          </a:bodyPr>
          <a:lstStyle/>
          <a:p>
            <a:r>
              <a:rPr lang="en-US" sz="1550" dirty="0">
                <a:solidFill>
                  <a:srgbClr val="1F2529"/>
                </a:solidFill>
              </a:rPr>
              <a:t>Transformations are methods like map(), filter(), </a:t>
            </a:r>
            <a:r>
              <a:rPr lang="en-US" sz="1550" dirty="0" err="1">
                <a:solidFill>
                  <a:srgbClr val="1F2529"/>
                </a:solidFill>
              </a:rPr>
              <a:t>flatMap</a:t>
            </a:r>
            <a:r>
              <a:rPr lang="en-US" sz="1550" dirty="0">
                <a:solidFill>
                  <a:srgbClr val="1F2529"/>
                </a:solidFill>
              </a:rPr>
              <a:t>(), and </a:t>
            </a:r>
            <a:r>
              <a:rPr lang="en-US" sz="1550" dirty="0" err="1">
                <a:solidFill>
                  <a:srgbClr val="1F2529"/>
                </a:solidFill>
              </a:rPr>
              <a:t>reduceByKey</a:t>
            </a:r>
            <a:r>
              <a:rPr lang="en-US" sz="1550" dirty="0">
                <a:solidFill>
                  <a:srgbClr val="1F2529"/>
                </a:solidFill>
              </a:rPr>
              <a:t>(). They describe what should happen to the data, but they do not run immediately. </a:t>
            </a:r>
          </a:p>
          <a:p>
            <a:endParaRPr lang="en-US" sz="1550" dirty="0">
              <a:solidFill>
                <a:srgbClr val="1F2529"/>
              </a:solidFill>
            </a:endParaRPr>
          </a:p>
          <a:p>
            <a:r>
              <a:rPr lang="en-US" sz="1550" dirty="0">
                <a:solidFill>
                  <a:srgbClr val="1F2529"/>
                </a:solidFill>
              </a:rPr>
              <a:t>They create a new RDD or </a:t>
            </a:r>
            <a:r>
              <a:rPr lang="en-US" sz="1550" dirty="0" err="1">
                <a:solidFill>
                  <a:srgbClr val="1F2529"/>
                </a:solidFill>
              </a:rPr>
              <a:t>DataFrame</a:t>
            </a:r>
            <a:r>
              <a:rPr lang="en-US" sz="1550" dirty="0">
                <a:solidFill>
                  <a:srgbClr val="1F2529"/>
                </a:solidFill>
              </a:rPr>
              <a:t> because RDDs are immutable, meaning Spark does not change the original dataset directly</a:t>
            </a:r>
            <a:endParaRPr lang="en-US" sz="1550" dirty="0"/>
          </a:p>
        </p:txBody>
      </p:sp>
      <p:sp>
        <p:nvSpPr>
          <p:cNvPr id="8" name="Text 6"/>
          <p:cNvSpPr/>
          <p:nvPr/>
        </p:nvSpPr>
        <p:spPr>
          <a:xfrm>
            <a:off x="7223760" y="1965960"/>
            <a:ext cx="2560320" cy="292608"/>
          </a:xfrm>
          <a:prstGeom prst="rect">
            <a:avLst/>
          </a:prstGeom>
          <a:noFill/>
          <a:ln/>
        </p:spPr>
        <p:txBody>
          <a:bodyPr wrap="square" lIns="0" tIns="0" rIns="0" bIns="0" rtlCol="0" anchor="ctr"/>
          <a:lstStyle/>
          <a:p>
            <a:pPr marL="0" indent="0">
              <a:buNone/>
            </a:pPr>
            <a:r>
              <a:rPr lang="en-US" sz="1300" b="1" dirty="0">
                <a:solidFill>
                  <a:srgbClr val="204B41"/>
                </a:solidFill>
              </a:rPr>
              <a:t>Actions</a:t>
            </a:r>
            <a:endParaRPr lang="en-US" sz="1300" dirty="0"/>
          </a:p>
        </p:txBody>
      </p:sp>
      <p:sp>
        <p:nvSpPr>
          <p:cNvPr id="9" name="Text 7"/>
          <p:cNvSpPr/>
          <p:nvPr/>
        </p:nvSpPr>
        <p:spPr>
          <a:xfrm>
            <a:off x="7223760" y="2331720"/>
            <a:ext cx="3886200" cy="2286000"/>
          </a:xfrm>
          <a:prstGeom prst="rect">
            <a:avLst/>
          </a:prstGeom>
          <a:noFill/>
          <a:ln/>
        </p:spPr>
        <p:txBody>
          <a:bodyPr wrap="square" lIns="635" tIns="635" rIns="635" bIns="635" rtlCol="0" anchor="t">
            <a:normAutofit/>
          </a:bodyPr>
          <a:lstStyle/>
          <a:p>
            <a:r>
              <a:rPr lang="en-US" sz="1550" dirty="0">
                <a:solidFill>
                  <a:srgbClr val="1F2529"/>
                </a:solidFill>
              </a:rPr>
              <a:t>Actions are methods like count(), collect(), take(), show(), and write(). These are the operations that actually trigger Spark execution. </a:t>
            </a:r>
          </a:p>
          <a:p>
            <a:endParaRPr lang="en-US" sz="1550" dirty="0">
              <a:solidFill>
                <a:srgbClr val="1F2529"/>
              </a:solidFill>
            </a:endParaRPr>
          </a:p>
          <a:p>
            <a:r>
              <a:rPr lang="en-US" sz="1550" dirty="0">
                <a:solidFill>
                  <a:srgbClr val="1F2529"/>
                </a:solidFill>
              </a:rPr>
              <a:t>When an action runs, Spark uses the DAG( directed acyclic graph) to execute the tasks across partitions and return or save the result.</a:t>
            </a:r>
            <a:endParaRPr lang="en-US" sz="1550" dirty="0"/>
          </a:p>
        </p:txBody>
      </p:sp>
      <p:sp>
        <p:nvSpPr>
          <p:cNvPr id="10" name="Text 8"/>
          <p:cNvSpPr/>
          <p:nvPr/>
        </p:nvSpPr>
        <p:spPr>
          <a:xfrm>
            <a:off x="4825544" y="2898649"/>
            <a:ext cx="1051560" cy="457200"/>
          </a:xfrm>
          <a:prstGeom prst="rect">
            <a:avLst/>
          </a:prstGeom>
          <a:solidFill>
            <a:srgbClr val="2F6A5B"/>
          </a:solidFill>
          <a:ln>
            <a:solidFill>
              <a:srgbClr val="2F6A5B"/>
            </a:solidFill>
          </a:ln>
        </p:spPr>
        <p:txBody>
          <a:bodyPr wrap="square" lIns="635" tIns="635" rIns="635" bIns="635" rtlCol="0" anchor="ctr">
            <a:normAutofit/>
          </a:bodyPr>
          <a:lstStyle/>
          <a:p>
            <a:pPr marL="0" indent="0" algn="ctr">
              <a:buNone/>
            </a:pPr>
            <a:r>
              <a:rPr lang="en-US" sz="1250" b="1" dirty="0">
                <a:solidFill>
                  <a:srgbClr val="FFFFFF"/>
                </a:solidFill>
              </a:rPr>
              <a:t>Input RDD</a:t>
            </a:r>
            <a:endParaRPr lang="en-US" sz="1250" dirty="0"/>
          </a:p>
        </p:txBody>
      </p:sp>
      <p:sp>
        <p:nvSpPr>
          <p:cNvPr id="11" name="Shape 9"/>
          <p:cNvSpPr/>
          <p:nvPr/>
        </p:nvSpPr>
        <p:spPr>
          <a:xfrm flipV="1">
            <a:off x="5285170" y="2377438"/>
            <a:ext cx="704151" cy="390644"/>
          </a:xfrm>
          <a:prstGeom prst="line">
            <a:avLst/>
          </a:prstGeom>
          <a:noFill/>
          <a:ln w="17780">
            <a:solidFill>
              <a:srgbClr val="8B97A1"/>
            </a:solidFill>
            <a:prstDash val="solid"/>
            <a:headEnd type="none"/>
            <a:tailEnd type="triangle"/>
          </a:ln>
        </p:spPr>
        <p:txBody>
          <a:bodyPr/>
          <a:lstStyle/>
          <a:p>
            <a:endParaRPr lang="en-US" dirty="0"/>
          </a:p>
        </p:txBody>
      </p:sp>
      <p:sp>
        <p:nvSpPr>
          <p:cNvPr id="12" name="Text 10"/>
          <p:cNvSpPr/>
          <p:nvPr/>
        </p:nvSpPr>
        <p:spPr>
          <a:xfrm>
            <a:off x="6035040" y="1894113"/>
            <a:ext cx="960120" cy="457200"/>
          </a:xfrm>
          <a:prstGeom prst="rect">
            <a:avLst/>
          </a:prstGeom>
          <a:solidFill>
            <a:srgbClr val="87AD4C"/>
          </a:solidFill>
          <a:ln>
            <a:solidFill>
              <a:srgbClr val="87AD4C"/>
            </a:solidFill>
          </a:ln>
        </p:spPr>
        <p:txBody>
          <a:bodyPr wrap="square" lIns="635" tIns="635" rIns="635" bIns="635" rtlCol="0" anchor="ctr">
            <a:normAutofit/>
          </a:bodyPr>
          <a:lstStyle/>
          <a:p>
            <a:pPr marL="0" indent="0" algn="ctr">
              <a:buNone/>
            </a:pPr>
            <a:r>
              <a:rPr lang="en-US" sz="1200" b="1" dirty="0">
                <a:solidFill>
                  <a:srgbClr val="FFFFFF"/>
                </a:solidFill>
              </a:rPr>
              <a:t>New RDD</a:t>
            </a:r>
            <a:endParaRPr lang="en-US" sz="1200" dirty="0"/>
          </a:p>
        </p:txBody>
      </p:sp>
      <p:sp>
        <p:nvSpPr>
          <p:cNvPr id="13" name="Text 11"/>
          <p:cNvSpPr/>
          <p:nvPr/>
        </p:nvSpPr>
        <p:spPr>
          <a:xfrm>
            <a:off x="5285170" y="3730752"/>
            <a:ext cx="1051560" cy="457200"/>
          </a:xfrm>
          <a:prstGeom prst="rect">
            <a:avLst/>
          </a:prstGeom>
          <a:solidFill>
            <a:srgbClr val="F47C20"/>
          </a:solidFill>
          <a:ln>
            <a:solidFill>
              <a:srgbClr val="F47C20"/>
            </a:solidFill>
          </a:ln>
        </p:spPr>
        <p:txBody>
          <a:bodyPr wrap="square" lIns="635" tIns="635" rIns="635" bIns="635" rtlCol="0" anchor="ctr">
            <a:normAutofit/>
          </a:bodyPr>
          <a:lstStyle/>
          <a:p>
            <a:pPr marL="0" indent="0" algn="ctr">
              <a:buNone/>
            </a:pPr>
            <a:r>
              <a:rPr lang="en-US" sz="1250" b="1" dirty="0">
                <a:solidFill>
                  <a:srgbClr val="FFFFFF"/>
                </a:solidFill>
              </a:rPr>
              <a:t>Action</a:t>
            </a:r>
            <a:endParaRPr lang="en-US" sz="1250" dirty="0"/>
          </a:p>
        </p:txBody>
      </p:sp>
      <p:sp>
        <p:nvSpPr>
          <p:cNvPr id="15" name="Text 13"/>
          <p:cNvSpPr/>
          <p:nvPr/>
        </p:nvSpPr>
        <p:spPr>
          <a:xfrm>
            <a:off x="1169437" y="4919472"/>
            <a:ext cx="10356979" cy="987552"/>
          </a:xfrm>
          <a:prstGeom prst="rect">
            <a:avLst/>
          </a:prstGeom>
          <a:solidFill>
            <a:srgbClr val="FFF1C8"/>
          </a:solidFill>
          <a:ln>
            <a:solidFill>
              <a:srgbClr val="DCE5EA">
                <a:alpha val="80000"/>
              </a:srgbClr>
            </a:solidFill>
          </a:ln>
        </p:spPr>
        <p:txBody>
          <a:bodyPr wrap="square" lIns="1651" tIns="1651" rIns="1651" bIns="1651" rtlCol="0" anchor="ctr">
            <a:normAutofit/>
          </a:bodyPr>
          <a:lstStyle/>
          <a:p>
            <a:pPr marL="0" indent="0">
              <a:buNone/>
            </a:pPr>
            <a:r>
              <a:rPr lang="en-US" dirty="0">
                <a:solidFill>
                  <a:srgbClr val="1F2529"/>
                </a:solidFill>
              </a:rPr>
              <a:t>An RDD operation in Spark is either a transformation or an action. A transformation creates a new RDD or </a:t>
            </a:r>
            <a:r>
              <a:rPr lang="en-US" dirty="0" err="1">
                <a:solidFill>
                  <a:srgbClr val="1F2529"/>
                </a:solidFill>
              </a:rPr>
              <a:t>DataFrame</a:t>
            </a:r>
            <a:r>
              <a:rPr lang="en-US" dirty="0">
                <a:solidFill>
                  <a:srgbClr val="1F2529"/>
                </a:solidFill>
              </a:rPr>
              <a:t> from an existing one, while an action triggers Spark to actually execute the work and return, save, or display the final result.</a:t>
            </a:r>
            <a:endParaRPr lang="en-US" dirty="0"/>
          </a:p>
        </p:txBody>
      </p:sp>
      <p:sp>
        <p:nvSpPr>
          <p:cNvPr id="16" name="TextBox 15">
            <a:extLst>
              <a:ext uri="{FF2B5EF4-FFF2-40B4-BE49-F238E27FC236}">
                <a16:creationId xmlns:a16="http://schemas.microsoft.com/office/drawing/2014/main" id="{486755B6-8FC4-377B-A13D-B8CF7CF59A62}"/>
              </a:ext>
            </a:extLst>
          </p:cNvPr>
          <p:cNvSpPr txBox="1"/>
          <p:nvPr/>
        </p:nvSpPr>
        <p:spPr>
          <a:xfrm>
            <a:off x="4609168" y="2218818"/>
            <a:ext cx="1617306" cy="369332"/>
          </a:xfrm>
          <a:prstGeom prst="rect">
            <a:avLst/>
          </a:prstGeom>
          <a:noFill/>
        </p:spPr>
        <p:txBody>
          <a:bodyPr wrap="square">
            <a:spAutoFit/>
          </a:bodyPr>
          <a:lstStyle/>
          <a:p>
            <a:r>
              <a:rPr lang="en-US" sz="1800" b="1" dirty="0" err="1">
                <a:solidFill>
                  <a:srgbClr val="204B41"/>
                </a:solidFill>
              </a:rPr>
              <a:t>Transfo</a:t>
            </a:r>
            <a:r>
              <a:rPr lang="en-US" sz="1800" b="1" dirty="0">
                <a:solidFill>
                  <a:srgbClr val="204B41"/>
                </a:solidFill>
              </a:rPr>
              <a:t>..</a:t>
            </a:r>
            <a:endParaRPr lang="en-US" dirty="0"/>
          </a:p>
        </p:txBody>
      </p:sp>
      <p:sp>
        <p:nvSpPr>
          <p:cNvPr id="18" name="TextBox 17">
            <a:extLst>
              <a:ext uri="{FF2B5EF4-FFF2-40B4-BE49-F238E27FC236}">
                <a16:creationId xmlns:a16="http://schemas.microsoft.com/office/drawing/2014/main" id="{E03CD8F8-DE42-AA15-354C-D0CDF1F114D3}"/>
              </a:ext>
            </a:extLst>
          </p:cNvPr>
          <p:cNvSpPr txBox="1"/>
          <p:nvPr/>
        </p:nvSpPr>
        <p:spPr>
          <a:xfrm>
            <a:off x="5126705" y="1935403"/>
            <a:ext cx="1021080" cy="323165"/>
          </a:xfrm>
          <a:prstGeom prst="rect">
            <a:avLst/>
          </a:prstGeom>
          <a:noFill/>
        </p:spPr>
        <p:txBody>
          <a:bodyPr wrap="square">
            <a:spAutoFit/>
          </a:bodyPr>
          <a:lstStyle/>
          <a:p>
            <a:r>
              <a:rPr lang="en-US" sz="1500" b="1" dirty="0">
                <a:solidFill>
                  <a:srgbClr val="FF0000"/>
                </a:solidFill>
              </a:rPr>
              <a:t>pointer</a:t>
            </a:r>
            <a:endParaRPr lang="en-US" sz="1500"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75488" y="210312"/>
            <a:ext cx="3840480" cy="91440"/>
          </a:xfrm>
          <a:prstGeom prst="rect">
            <a:avLst/>
          </a:prstGeom>
          <a:solidFill>
            <a:srgbClr val="2F6A5B"/>
          </a:solidFill>
          <a:ln w="12700">
            <a:solidFill>
              <a:srgbClr val="2F6A5B"/>
            </a:solidFill>
            <a:prstDash val="solid"/>
          </a:ln>
        </p:spPr>
        <p:txBody>
          <a:bodyPr/>
          <a:lstStyle/>
          <a:p>
            <a:endParaRPr lang="en-US"/>
          </a:p>
        </p:txBody>
      </p:sp>
      <p:sp>
        <p:nvSpPr>
          <p:cNvPr id="3" name="Shape 1"/>
          <p:cNvSpPr/>
          <p:nvPr/>
        </p:nvSpPr>
        <p:spPr>
          <a:xfrm>
            <a:off x="4407408" y="210312"/>
            <a:ext cx="3703320" cy="91440"/>
          </a:xfrm>
          <a:prstGeom prst="rect">
            <a:avLst/>
          </a:prstGeom>
          <a:solidFill>
            <a:srgbClr val="87AD4C"/>
          </a:solidFill>
          <a:ln w="12700">
            <a:solidFill>
              <a:srgbClr val="87AD4C"/>
            </a:solidFill>
            <a:prstDash val="solid"/>
          </a:ln>
        </p:spPr>
        <p:txBody>
          <a:bodyPr/>
          <a:lstStyle/>
          <a:p>
            <a:endParaRPr lang="en-US"/>
          </a:p>
        </p:txBody>
      </p:sp>
      <p:sp>
        <p:nvSpPr>
          <p:cNvPr id="4" name="Shape 2"/>
          <p:cNvSpPr/>
          <p:nvPr/>
        </p:nvSpPr>
        <p:spPr>
          <a:xfrm>
            <a:off x="8211312" y="210312"/>
            <a:ext cx="3520440" cy="91440"/>
          </a:xfrm>
          <a:prstGeom prst="rect">
            <a:avLst/>
          </a:prstGeom>
          <a:solidFill>
            <a:srgbClr val="8B97A1"/>
          </a:solidFill>
          <a:ln w="12700">
            <a:solidFill>
              <a:srgbClr val="8B97A1"/>
            </a:solidFill>
            <a:prstDash val="solid"/>
          </a:ln>
        </p:spPr>
        <p:txBody>
          <a:bodyPr/>
          <a:lstStyle/>
          <a:p>
            <a:endParaRPr lang="en-US"/>
          </a:p>
        </p:txBody>
      </p:sp>
      <p:sp>
        <p:nvSpPr>
          <p:cNvPr id="5" name="Text 3"/>
          <p:cNvSpPr/>
          <p:nvPr/>
        </p:nvSpPr>
        <p:spPr>
          <a:xfrm>
            <a:off x="475488" y="502920"/>
            <a:ext cx="11247120" cy="987552"/>
          </a:xfrm>
          <a:prstGeom prst="rect">
            <a:avLst/>
          </a:prstGeom>
          <a:solidFill>
            <a:srgbClr val="2F6A5B"/>
          </a:solidFill>
          <a:ln>
            <a:solidFill>
              <a:srgbClr val="2F6A5B"/>
            </a:solidFill>
          </a:ln>
        </p:spPr>
        <p:txBody>
          <a:bodyPr wrap="square" lIns="2286" tIns="2286" rIns="2286" bIns="2286" rtlCol="0" anchor="ctr">
            <a:normAutofit/>
          </a:bodyPr>
          <a:lstStyle/>
          <a:p>
            <a:pPr marL="0" indent="0">
              <a:buNone/>
            </a:pPr>
            <a:r>
              <a:rPr lang="en-US" sz="3100" dirty="0">
                <a:solidFill>
                  <a:srgbClr val="FFFFFF"/>
                </a:solidFill>
                <a:latin typeface="Aptos Display" pitchFamily="34" charset="0"/>
                <a:ea typeface="Aptos Display" pitchFamily="34" charset="-122"/>
                <a:cs typeface="Aptos Display" pitchFamily="34" charset="-120"/>
              </a:rPr>
              <a:t>Narrow vs wide transformations</a:t>
            </a:r>
            <a:endParaRPr lang="en-US" sz="3100" dirty="0"/>
          </a:p>
        </p:txBody>
      </p:sp>
      <p:sp>
        <p:nvSpPr>
          <p:cNvPr id="7" name="Text 5"/>
          <p:cNvSpPr/>
          <p:nvPr/>
        </p:nvSpPr>
        <p:spPr>
          <a:xfrm>
            <a:off x="475488" y="1645920"/>
            <a:ext cx="3273552" cy="566928"/>
          </a:xfrm>
          <a:prstGeom prst="rect">
            <a:avLst/>
          </a:prstGeom>
          <a:noFill/>
          <a:ln/>
        </p:spPr>
        <p:txBody>
          <a:bodyPr wrap="square" lIns="0" tIns="0" rIns="0" bIns="0" rtlCol="0" anchor="ctr"/>
          <a:lstStyle/>
          <a:p>
            <a:pPr marL="0" indent="0">
              <a:buNone/>
            </a:pPr>
            <a:r>
              <a:rPr lang="en-US" sz="2000" b="1" dirty="0">
                <a:solidFill>
                  <a:srgbClr val="204B41"/>
                </a:solidFill>
              </a:rPr>
              <a:t>Narrow transformation</a:t>
            </a:r>
            <a:endParaRPr lang="en-US" sz="2000" dirty="0"/>
          </a:p>
        </p:txBody>
      </p:sp>
      <p:sp>
        <p:nvSpPr>
          <p:cNvPr id="8" name="Text 6"/>
          <p:cNvSpPr/>
          <p:nvPr/>
        </p:nvSpPr>
        <p:spPr>
          <a:xfrm>
            <a:off x="547395" y="2267711"/>
            <a:ext cx="5100735" cy="2459799"/>
          </a:xfrm>
          <a:prstGeom prst="rect">
            <a:avLst/>
          </a:prstGeom>
          <a:noFill/>
          <a:ln/>
        </p:spPr>
        <p:txBody>
          <a:bodyPr wrap="square" lIns="254" tIns="254" rIns="254" bIns="254" rtlCol="0" anchor="ctr">
            <a:normAutofit/>
          </a:bodyPr>
          <a:lstStyle/>
          <a:p>
            <a:pPr marL="0" indent="0">
              <a:buNone/>
            </a:pPr>
            <a:r>
              <a:rPr lang="en-US" sz="1700" dirty="0">
                <a:solidFill>
                  <a:srgbClr val="1F2529"/>
                </a:solidFill>
              </a:rPr>
              <a:t>A narrow transformation is when each output partition depends on one input partition. </a:t>
            </a:r>
          </a:p>
          <a:p>
            <a:pPr marL="0" indent="0">
              <a:buNone/>
            </a:pPr>
            <a:endParaRPr lang="en-US" sz="1700" dirty="0">
              <a:solidFill>
                <a:srgbClr val="1F2529"/>
              </a:solidFill>
            </a:endParaRPr>
          </a:p>
          <a:p>
            <a:pPr marL="0" indent="0">
              <a:buNone/>
            </a:pPr>
            <a:r>
              <a:rPr lang="en-US" sz="1700" dirty="0">
                <a:solidFill>
                  <a:srgbClr val="1F2529"/>
                </a:solidFill>
              </a:rPr>
              <a:t>A narrow transformation is usually cheaper because each executor can process its own local partition without moving data across the network. Examples are map, filter, </a:t>
            </a:r>
            <a:r>
              <a:rPr lang="en-US" sz="1700" dirty="0" err="1">
                <a:solidFill>
                  <a:srgbClr val="1F2529"/>
                </a:solidFill>
              </a:rPr>
              <a:t>flatMap</a:t>
            </a:r>
            <a:r>
              <a:rPr lang="en-US" sz="1700" dirty="0">
                <a:solidFill>
                  <a:srgbClr val="1F2529"/>
                </a:solidFill>
              </a:rPr>
              <a:t>, and </a:t>
            </a:r>
            <a:r>
              <a:rPr lang="en-US" sz="1700" dirty="0" err="1">
                <a:solidFill>
                  <a:srgbClr val="1F2529"/>
                </a:solidFill>
              </a:rPr>
              <a:t>mapValues</a:t>
            </a:r>
            <a:r>
              <a:rPr lang="en-US" sz="1700" dirty="0">
                <a:solidFill>
                  <a:srgbClr val="1F2529"/>
                </a:solidFill>
              </a:rPr>
              <a:t>.</a:t>
            </a:r>
          </a:p>
          <a:p>
            <a:pPr marL="0" indent="0">
              <a:buNone/>
            </a:pPr>
            <a:endParaRPr lang="en-US" sz="1700" dirty="0"/>
          </a:p>
        </p:txBody>
      </p:sp>
      <p:sp>
        <p:nvSpPr>
          <p:cNvPr id="15" name="Text 13"/>
          <p:cNvSpPr/>
          <p:nvPr/>
        </p:nvSpPr>
        <p:spPr>
          <a:xfrm>
            <a:off x="6766560" y="1645920"/>
            <a:ext cx="2926080" cy="566928"/>
          </a:xfrm>
          <a:prstGeom prst="rect">
            <a:avLst/>
          </a:prstGeom>
          <a:noFill/>
          <a:ln/>
        </p:spPr>
        <p:txBody>
          <a:bodyPr wrap="square" lIns="0" tIns="0" rIns="0" bIns="0" rtlCol="0" anchor="ctr"/>
          <a:lstStyle/>
          <a:p>
            <a:pPr marL="0" indent="0">
              <a:buNone/>
            </a:pPr>
            <a:r>
              <a:rPr lang="en-US" sz="2000" b="1" dirty="0">
                <a:solidFill>
                  <a:srgbClr val="204B41"/>
                </a:solidFill>
              </a:rPr>
              <a:t>Wide transformation</a:t>
            </a:r>
            <a:endParaRPr lang="en-US" sz="2000" dirty="0"/>
          </a:p>
        </p:txBody>
      </p:sp>
      <p:sp>
        <p:nvSpPr>
          <p:cNvPr id="16" name="Text 14"/>
          <p:cNvSpPr/>
          <p:nvPr/>
        </p:nvSpPr>
        <p:spPr>
          <a:xfrm>
            <a:off x="6096000" y="2651758"/>
            <a:ext cx="4831080" cy="1883666"/>
          </a:xfrm>
          <a:prstGeom prst="rect">
            <a:avLst/>
          </a:prstGeom>
          <a:noFill/>
          <a:ln/>
        </p:spPr>
        <p:txBody>
          <a:bodyPr wrap="square" lIns="254" tIns="254" rIns="254" bIns="254" rtlCol="0" anchor="ctr">
            <a:noAutofit/>
          </a:bodyPr>
          <a:lstStyle/>
          <a:p>
            <a:r>
              <a:rPr lang="en-US" sz="1700" dirty="0"/>
              <a:t>A wide transformation is when an output partition depends on multiple input partitions, which requires a shuffle</a:t>
            </a:r>
          </a:p>
          <a:p>
            <a:endParaRPr lang="en-US" sz="1700" dirty="0">
              <a:solidFill>
                <a:srgbClr val="1F2529"/>
              </a:solidFill>
            </a:endParaRPr>
          </a:p>
          <a:p>
            <a:pPr marL="0" indent="0">
              <a:buNone/>
            </a:pPr>
            <a:r>
              <a:rPr lang="en-US" sz="1700" dirty="0">
                <a:solidFill>
                  <a:srgbClr val="1F2529"/>
                </a:solidFill>
              </a:rPr>
              <a:t>A wide transformation is more expensive because Spark needs to move data between partitions. Examples are </a:t>
            </a:r>
            <a:r>
              <a:rPr lang="en-US" sz="1700" dirty="0" err="1">
                <a:solidFill>
                  <a:srgbClr val="1F2529"/>
                </a:solidFill>
              </a:rPr>
              <a:t>groupByKey</a:t>
            </a:r>
            <a:r>
              <a:rPr lang="en-US" sz="1700" dirty="0">
                <a:solidFill>
                  <a:srgbClr val="1F2529"/>
                </a:solidFill>
              </a:rPr>
              <a:t>, </a:t>
            </a:r>
            <a:r>
              <a:rPr lang="en-US" sz="1700" dirty="0" err="1">
                <a:solidFill>
                  <a:srgbClr val="1F2529"/>
                </a:solidFill>
              </a:rPr>
              <a:t>reduceByKey</a:t>
            </a:r>
            <a:r>
              <a:rPr lang="en-US" sz="1700" dirty="0">
                <a:solidFill>
                  <a:srgbClr val="1F2529"/>
                </a:solidFill>
              </a:rPr>
              <a:t>, join, and distinct. These operations need records with the same key to end up together, so Spark has to redistribute the data</a:t>
            </a:r>
            <a:endParaRPr lang="en-US" sz="1700" dirty="0"/>
          </a:p>
        </p:txBody>
      </p:sp>
      <p:sp>
        <p:nvSpPr>
          <p:cNvPr id="30" name="Text 28"/>
          <p:cNvSpPr/>
          <p:nvPr/>
        </p:nvSpPr>
        <p:spPr>
          <a:xfrm>
            <a:off x="678023" y="5020054"/>
            <a:ext cx="11109649" cy="1530035"/>
          </a:xfrm>
          <a:prstGeom prst="rect">
            <a:avLst/>
          </a:prstGeom>
          <a:solidFill>
            <a:srgbClr val="FFF1C8"/>
          </a:solidFill>
          <a:ln>
            <a:solidFill>
              <a:srgbClr val="DCE5EA">
                <a:alpha val="80000"/>
              </a:srgbClr>
            </a:solidFill>
          </a:ln>
        </p:spPr>
        <p:txBody>
          <a:bodyPr wrap="square" lIns="1651" tIns="1651" rIns="1651" bIns="1651" rtlCol="0" anchor="ctr">
            <a:noAutofit/>
          </a:bodyPr>
          <a:lstStyle/>
          <a:p>
            <a:pPr marL="0" indent="0">
              <a:buNone/>
            </a:pPr>
            <a:r>
              <a:rPr lang="en-US" b="1" dirty="0">
                <a:solidFill>
                  <a:srgbClr val="204B41"/>
                </a:solidFill>
              </a:rPr>
              <a:t>Rule of thumb
</a:t>
            </a:r>
            <a:r>
              <a:rPr lang="en-US" b="1" dirty="0">
                <a:solidFill>
                  <a:srgbClr val="1F2529"/>
                </a:solidFill>
              </a:rPr>
              <a:t>N</a:t>
            </a:r>
            <a:r>
              <a:rPr lang="en-US" dirty="0">
                <a:solidFill>
                  <a:srgbClr val="1F2529"/>
                </a:solidFill>
              </a:rPr>
              <a:t>arrow transformations are usually cheaper, and wide transformations are usually slower because they involve shuffling. </a:t>
            </a:r>
            <a:r>
              <a:rPr lang="en-US" dirty="0"/>
              <a:t>However wide transformations are not bad. They are necessary for many real tasks, like joins and aggregations. But as data engineers, we need to recognize them because they affect runtime, memory, disk spill, and network traffic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75488" y="210312"/>
            <a:ext cx="3840480" cy="91440"/>
          </a:xfrm>
          <a:prstGeom prst="rect">
            <a:avLst/>
          </a:prstGeom>
          <a:solidFill>
            <a:srgbClr val="2F6A5B"/>
          </a:solidFill>
          <a:ln w="12700">
            <a:solidFill>
              <a:srgbClr val="2F6A5B"/>
            </a:solidFill>
            <a:prstDash val="solid"/>
          </a:ln>
        </p:spPr>
        <p:txBody>
          <a:bodyPr/>
          <a:lstStyle/>
          <a:p>
            <a:endParaRPr lang="en-US"/>
          </a:p>
        </p:txBody>
      </p:sp>
      <p:sp>
        <p:nvSpPr>
          <p:cNvPr id="3" name="Shape 1"/>
          <p:cNvSpPr/>
          <p:nvPr/>
        </p:nvSpPr>
        <p:spPr>
          <a:xfrm>
            <a:off x="4407408" y="210312"/>
            <a:ext cx="3703320" cy="91440"/>
          </a:xfrm>
          <a:prstGeom prst="rect">
            <a:avLst/>
          </a:prstGeom>
          <a:solidFill>
            <a:srgbClr val="87AD4C"/>
          </a:solidFill>
          <a:ln w="12700">
            <a:solidFill>
              <a:srgbClr val="87AD4C"/>
            </a:solidFill>
            <a:prstDash val="solid"/>
          </a:ln>
        </p:spPr>
        <p:txBody>
          <a:bodyPr/>
          <a:lstStyle/>
          <a:p>
            <a:endParaRPr lang="en-US"/>
          </a:p>
        </p:txBody>
      </p:sp>
      <p:sp>
        <p:nvSpPr>
          <p:cNvPr id="4" name="Shape 2"/>
          <p:cNvSpPr/>
          <p:nvPr/>
        </p:nvSpPr>
        <p:spPr>
          <a:xfrm>
            <a:off x="8211312" y="210312"/>
            <a:ext cx="3520440" cy="91440"/>
          </a:xfrm>
          <a:prstGeom prst="rect">
            <a:avLst/>
          </a:prstGeom>
          <a:solidFill>
            <a:srgbClr val="8B97A1"/>
          </a:solidFill>
          <a:ln w="12700">
            <a:solidFill>
              <a:srgbClr val="8B97A1"/>
            </a:solidFill>
            <a:prstDash val="solid"/>
          </a:ln>
        </p:spPr>
        <p:txBody>
          <a:bodyPr/>
          <a:lstStyle/>
          <a:p>
            <a:endParaRPr lang="en-US"/>
          </a:p>
        </p:txBody>
      </p:sp>
      <p:sp>
        <p:nvSpPr>
          <p:cNvPr id="5" name="Text 3"/>
          <p:cNvSpPr/>
          <p:nvPr/>
        </p:nvSpPr>
        <p:spPr>
          <a:xfrm>
            <a:off x="475488" y="502920"/>
            <a:ext cx="11247120" cy="987552"/>
          </a:xfrm>
          <a:prstGeom prst="rect">
            <a:avLst/>
          </a:prstGeom>
          <a:solidFill>
            <a:srgbClr val="2F6A5B"/>
          </a:solidFill>
          <a:ln>
            <a:solidFill>
              <a:srgbClr val="2F6A5B"/>
            </a:solidFill>
          </a:ln>
        </p:spPr>
        <p:txBody>
          <a:bodyPr wrap="square" lIns="2286" tIns="2286" rIns="2286" bIns="2286" rtlCol="0" anchor="ctr">
            <a:normAutofit/>
          </a:bodyPr>
          <a:lstStyle/>
          <a:p>
            <a:pPr marL="0" indent="0">
              <a:buNone/>
            </a:pPr>
            <a:r>
              <a:rPr lang="en-US" sz="3100" dirty="0">
                <a:solidFill>
                  <a:srgbClr val="FFFFFF"/>
                </a:solidFill>
                <a:latin typeface="Aptos Display" pitchFamily="34" charset="0"/>
                <a:ea typeface="Aptos Display" pitchFamily="34" charset="-122"/>
                <a:cs typeface="Aptos Display" pitchFamily="34" charset="-120"/>
              </a:rPr>
              <a:t>Shuffling</a:t>
            </a:r>
            <a:endParaRPr lang="en-US" sz="3100" dirty="0"/>
          </a:p>
        </p:txBody>
      </p:sp>
      <p:sp>
        <p:nvSpPr>
          <p:cNvPr id="6" name="Text 4"/>
          <p:cNvSpPr/>
          <p:nvPr/>
        </p:nvSpPr>
        <p:spPr>
          <a:xfrm>
            <a:off x="6259068" y="1916196"/>
            <a:ext cx="5621912" cy="3566160"/>
          </a:xfrm>
          <a:prstGeom prst="rect">
            <a:avLst/>
          </a:prstGeom>
          <a:noFill/>
          <a:ln/>
        </p:spPr>
        <p:txBody>
          <a:bodyPr wrap="square" lIns="635" tIns="635" rIns="635" bIns="635" rtlCol="0" anchor="t">
            <a:normAutofit/>
          </a:bodyPr>
          <a:lstStyle/>
          <a:p>
            <a:endParaRPr lang="en-US" sz="1560" dirty="0"/>
          </a:p>
          <a:p>
            <a:r>
              <a:rPr lang="en-US" sz="1560" dirty="0"/>
              <a:t>First, executors process their local partitions. Then Spark uses a partitioning function, often based on a hash of the key, to decide where each record should go. Intermediate shuffle files may be written to disk. Then executors transfer records across the network. Finally, the receiving executors merge, sort if needed, and finish the aggregation or join.</a:t>
            </a:r>
          </a:p>
        </p:txBody>
      </p:sp>
      <p:sp>
        <p:nvSpPr>
          <p:cNvPr id="8" name="Text 6"/>
          <p:cNvSpPr/>
          <p:nvPr/>
        </p:nvSpPr>
        <p:spPr>
          <a:xfrm>
            <a:off x="1547562" y="5607324"/>
            <a:ext cx="9750701" cy="502920"/>
          </a:xfrm>
          <a:prstGeom prst="rect">
            <a:avLst/>
          </a:prstGeom>
          <a:solidFill>
            <a:srgbClr val="FFF1C8"/>
          </a:solidFill>
          <a:ln>
            <a:solidFill>
              <a:srgbClr val="DCE5EA">
                <a:alpha val="80000"/>
              </a:srgbClr>
            </a:solidFill>
          </a:ln>
        </p:spPr>
        <p:txBody>
          <a:bodyPr wrap="square" lIns="1651" tIns="1651" rIns="1651" bIns="1651" rtlCol="0" anchor="ctr">
            <a:normAutofit fontScale="92500" lnSpcReduction="20000"/>
          </a:bodyPr>
          <a:lstStyle/>
          <a:p>
            <a:pPr marL="0" indent="0">
              <a:buNone/>
            </a:pPr>
            <a:r>
              <a:rPr lang="en-US" sz="1380" b="1" dirty="0">
                <a:solidFill>
                  <a:srgbClr val="204B41"/>
                </a:solidFill>
              </a:rPr>
              <a:t>Why it is expensive
</a:t>
            </a:r>
            <a:r>
              <a:rPr lang="en-US" sz="1380" dirty="0">
                <a:solidFill>
                  <a:srgbClr val="1F2529"/>
                </a:solidFill>
              </a:rPr>
              <a:t>The reason shuffling is expensive is because it involves network transfer, disk I/O, and sometimes sorting. In many Spark jobs, the shuffle is the slowest part.</a:t>
            </a:r>
            <a:endParaRPr lang="en-US" sz="1380" dirty="0"/>
          </a:p>
        </p:txBody>
      </p:sp>
      <p:sp>
        <p:nvSpPr>
          <p:cNvPr id="9" name="Text 4">
            <a:extLst>
              <a:ext uri="{FF2B5EF4-FFF2-40B4-BE49-F238E27FC236}">
                <a16:creationId xmlns:a16="http://schemas.microsoft.com/office/drawing/2014/main" id="{2FF5B081-D307-157B-DE2F-CCB51BA098D3}"/>
              </a:ext>
            </a:extLst>
          </p:cNvPr>
          <p:cNvSpPr/>
          <p:nvPr/>
        </p:nvSpPr>
        <p:spPr>
          <a:xfrm>
            <a:off x="975360" y="2118360"/>
            <a:ext cx="4892040" cy="3566160"/>
          </a:xfrm>
          <a:prstGeom prst="rect">
            <a:avLst/>
          </a:prstGeom>
          <a:noFill/>
          <a:ln/>
        </p:spPr>
        <p:txBody>
          <a:bodyPr wrap="square" lIns="635" tIns="635" rIns="635" bIns="635" rtlCol="0" anchor="t">
            <a:normAutofit/>
          </a:bodyPr>
          <a:lstStyle/>
          <a:p>
            <a:r>
              <a:rPr lang="en-US" sz="1560" dirty="0">
                <a:solidFill>
                  <a:srgbClr val="1F2529"/>
                </a:solidFill>
              </a:rPr>
              <a:t>Shuffling is the process of redistributing data across partitions so related records, usually records with the same key, end up together.</a:t>
            </a:r>
          </a:p>
          <a:p>
            <a:endParaRPr lang="en-US" sz="1560" dirty="0">
              <a:solidFill>
                <a:srgbClr val="1F2529"/>
              </a:solidFill>
            </a:endParaRPr>
          </a:p>
          <a:p>
            <a:r>
              <a:rPr lang="en-US" sz="1560" dirty="0"/>
              <a:t>Shuffling is one of the most expensive things Spark does.</a:t>
            </a:r>
          </a:p>
          <a:p>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75488" y="210312"/>
            <a:ext cx="3840480" cy="91440"/>
          </a:xfrm>
          <a:prstGeom prst="rect">
            <a:avLst/>
          </a:prstGeom>
          <a:solidFill>
            <a:srgbClr val="2F6A5B"/>
          </a:solidFill>
          <a:ln w="12700">
            <a:solidFill>
              <a:srgbClr val="2F6A5B"/>
            </a:solidFill>
            <a:prstDash val="solid"/>
          </a:ln>
        </p:spPr>
        <p:txBody>
          <a:bodyPr/>
          <a:lstStyle/>
          <a:p>
            <a:endParaRPr lang="en-US"/>
          </a:p>
        </p:txBody>
      </p:sp>
      <p:sp>
        <p:nvSpPr>
          <p:cNvPr id="3" name="Shape 1"/>
          <p:cNvSpPr/>
          <p:nvPr/>
        </p:nvSpPr>
        <p:spPr>
          <a:xfrm>
            <a:off x="4407408" y="210312"/>
            <a:ext cx="3703320" cy="91440"/>
          </a:xfrm>
          <a:prstGeom prst="rect">
            <a:avLst/>
          </a:prstGeom>
          <a:solidFill>
            <a:srgbClr val="87AD4C"/>
          </a:solidFill>
          <a:ln w="12700">
            <a:solidFill>
              <a:srgbClr val="87AD4C"/>
            </a:solidFill>
            <a:prstDash val="solid"/>
          </a:ln>
        </p:spPr>
        <p:txBody>
          <a:bodyPr/>
          <a:lstStyle/>
          <a:p>
            <a:endParaRPr lang="en-US"/>
          </a:p>
        </p:txBody>
      </p:sp>
      <p:sp>
        <p:nvSpPr>
          <p:cNvPr id="4" name="Shape 2"/>
          <p:cNvSpPr/>
          <p:nvPr/>
        </p:nvSpPr>
        <p:spPr>
          <a:xfrm>
            <a:off x="8211312" y="210312"/>
            <a:ext cx="3520440" cy="91440"/>
          </a:xfrm>
          <a:prstGeom prst="rect">
            <a:avLst/>
          </a:prstGeom>
          <a:solidFill>
            <a:srgbClr val="8B97A1"/>
          </a:solidFill>
          <a:ln w="12700">
            <a:solidFill>
              <a:srgbClr val="8B97A1"/>
            </a:solidFill>
            <a:prstDash val="solid"/>
          </a:ln>
        </p:spPr>
        <p:txBody>
          <a:bodyPr/>
          <a:lstStyle/>
          <a:p>
            <a:endParaRPr lang="en-US"/>
          </a:p>
        </p:txBody>
      </p:sp>
      <p:sp>
        <p:nvSpPr>
          <p:cNvPr id="5" name="Text 3"/>
          <p:cNvSpPr/>
          <p:nvPr/>
        </p:nvSpPr>
        <p:spPr>
          <a:xfrm>
            <a:off x="475488" y="502920"/>
            <a:ext cx="11247120" cy="987552"/>
          </a:xfrm>
          <a:prstGeom prst="rect">
            <a:avLst/>
          </a:prstGeom>
          <a:solidFill>
            <a:srgbClr val="2F6A5B"/>
          </a:solidFill>
          <a:ln>
            <a:solidFill>
              <a:srgbClr val="2F6A5B"/>
            </a:solidFill>
          </a:ln>
        </p:spPr>
        <p:txBody>
          <a:bodyPr wrap="square" lIns="2286" tIns="2286" rIns="2286" bIns="2286" rtlCol="0" anchor="ctr">
            <a:normAutofit/>
          </a:bodyPr>
          <a:lstStyle/>
          <a:p>
            <a:pPr marL="0" indent="0">
              <a:buNone/>
            </a:pPr>
            <a:r>
              <a:rPr lang="en-US" sz="3100" dirty="0">
                <a:solidFill>
                  <a:srgbClr val="FFFFFF"/>
                </a:solidFill>
                <a:latin typeface="Aptos Display" pitchFamily="34" charset="0"/>
                <a:ea typeface="Aptos Display" pitchFamily="34" charset="-122"/>
                <a:cs typeface="Aptos Display" pitchFamily="34" charset="-120"/>
              </a:rPr>
              <a:t>Parquet files</a:t>
            </a:r>
            <a:endParaRPr lang="en-US" sz="3100" dirty="0"/>
          </a:p>
        </p:txBody>
      </p:sp>
      <p:sp>
        <p:nvSpPr>
          <p:cNvPr id="6" name="Text 4"/>
          <p:cNvSpPr/>
          <p:nvPr/>
        </p:nvSpPr>
        <p:spPr>
          <a:xfrm>
            <a:off x="550880" y="1691640"/>
            <a:ext cx="5813344" cy="987552"/>
          </a:xfrm>
          <a:prstGeom prst="rect">
            <a:avLst/>
          </a:prstGeom>
          <a:noFill/>
          <a:ln/>
        </p:spPr>
        <p:txBody>
          <a:bodyPr wrap="square" lIns="254" tIns="254" rIns="254" bIns="254" rtlCol="0" anchor="ctr">
            <a:normAutofit fontScale="92500" lnSpcReduction="20000"/>
          </a:bodyPr>
          <a:lstStyle/>
          <a:p>
            <a:pPr marL="0" indent="0">
              <a:buNone/>
            </a:pPr>
            <a:r>
              <a:rPr lang="en-US" sz="1900" b="1" dirty="0">
                <a:solidFill>
                  <a:srgbClr val="204B41"/>
                </a:solidFill>
              </a:rPr>
              <a:t>Parquet is a columnar storage file format commonly used in Spark data pipelines and data lakes. It stores data by column, keeps schema information, supports compression, and helps Spark read data efficiently.</a:t>
            </a:r>
            <a:endParaRPr lang="en-US" sz="1900" dirty="0"/>
          </a:p>
        </p:txBody>
      </p:sp>
      <p:sp>
        <p:nvSpPr>
          <p:cNvPr id="7" name="Text 5"/>
          <p:cNvSpPr/>
          <p:nvPr/>
        </p:nvSpPr>
        <p:spPr>
          <a:xfrm>
            <a:off x="661595" y="2768082"/>
            <a:ext cx="5368358" cy="2562870"/>
          </a:xfrm>
          <a:prstGeom prst="rect">
            <a:avLst/>
          </a:prstGeom>
          <a:noFill/>
          <a:ln/>
        </p:spPr>
        <p:txBody>
          <a:bodyPr wrap="square" lIns="635" tIns="635" rIns="635" bIns="635" rtlCol="0" anchor="t">
            <a:normAutofit fontScale="92500" lnSpcReduction="10000"/>
          </a:bodyPr>
          <a:lstStyle/>
          <a:p>
            <a:r>
              <a:rPr lang="en-US" sz="1600" dirty="0">
                <a:solidFill>
                  <a:srgbClr val="1F2529"/>
                </a:solidFill>
              </a:rPr>
              <a:t>Parquet is important because Spark is often used to clean and transform raw data, and then save the cleaned result for future analytics.</a:t>
            </a:r>
          </a:p>
          <a:p>
            <a:endParaRPr lang="en-US" sz="1600" dirty="0">
              <a:solidFill>
                <a:srgbClr val="1F2529"/>
              </a:solidFill>
            </a:endParaRPr>
          </a:p>
          <a:p>
            <a:r>
              <a:rPr lang="en-US" sz="1600" dirty="0">
                <a:solidFill>
                  <a:srgbClr val="1F2529"/>
                </a:solidFill>
              </a:rPr>
              <a:t>CSV is simple and human-readable, but it is not efficient for repeated analytics. Spark often has to read the full text file and infer or parse the schema.</a:t>
            </a:r>
          </a:p>
          <a:p>
            <a:endParaRPr lang="en-US" sz="1600" dirty="0">
              <a:solidFill>
                <a:srgbClr val="1F2529"/>
              </a:solidFill>
            </a:endParaRPr>
          </a:p>
          <a:p>
            <a:r>
              <a:rPr lang="en-US" sz="1600" dirty="0">
                <a:solidFill>
                  <a:srgbClr val="1F2529"/>
                </a:solidFill>
              </a:rPr>
              <a:t>Parquet is smarter for production use. It stores data by column, not just by row. That means if my query only needs three columns out of fifty, Spark can read only the columns it needs. This is called column pruning.</a:t>
            </a:r>
            <a:endParaRPr lang="en-US" sz="1600" dirty="0"/>
          </a:p>
        </p:txBody>
      </p:sp>
      <p:sp>
        <p:nvSpPr>
          <p:cNvPr id="8" name="Text 6"/>
          <p:cNvSpPr/>
          <p:nvPr/>
        </p:nvSpPr>
        <p:spPr>
          <a:xfrm>
            <a:off x="7909560" y="1568196"/>
            <a:ext cx="1325880" cy="685800"/>
          </a:xfrm>
          <a:prstGeom prst="rect">
            <a:avLst/>
          </a:prstGeom>
          <a:solidFill>
            <a:srgbClr val="8B97A1"/>
          </a:solidFill>
          <a:ln>
            <a:solidFill>
              <a:srgbClr val="8B97A1"/>
            </a:solidFill>
          </a:ln>
        </p:spPr>
        <p:txBody>
          <a:bodyPr wrap="square" lIns="635" tIns="635" rIns="635" bIns="635" rtlCol="0" anchor="ctr">
            <a:normAutofit/>
          </a:bodyPr>
          <a:lstStyle/>
          <a:p>
            <a:pPr marL="0" indent="0" algn="ctr">
              <a:buNone/>
            </a:pPr>
            <a:r>
              <a:rPr lang="en-US" sz="1500" b="1" dirty="0">
                <a:solidFill>
                  <a:srgbClr val="FFFFFF"/>
                </a:solidFill>
              </a:rPr>
              <a:t>CSV</a:t>
            </a:r>
            <a:endParaRPr lang="en-US" sz="1500" dirty="0"/>
          </a:p>
          <a:p>
            <a:pPr marL="0" indent="0" algn="ctr">
              <a:buNone/>
            </a:pPr>
            <a:r>
              <a:rPr lang="en-US" sz="1500" b="1" dirty="0">
                <a:solidFill>
                  <a:srgbClr val="FFFFFF"/>
                </a:solidFill>
              </a:rPr>
              <a:t>row text</a:t>
            </a:r>
            <a:endParaRPr lang="en-US" sz="1500" dirty="0"/>
          </a:p>
        </p:txBody>
      </p:sp>
      <p:sp>
        <p:nvSpPr>
          <p:cNvPr id="9" name="Shape 7"/>
          <p:cNvSpPr/>
          <p:nvPr/>
        </p:nvSpPr>
        <p:spPr>
          <a:xfrm>
            <a:off x="8579761" y="2318003"/>
            <a:ext cx="0" cy="347742"/>
          </a:xfrm>
          <a:prstGeom prst="line">
            <a:avLst/>
          </a:prstGeom>
          <a:noFill/>
          <a:ln w="21590">
            <a:solidFill>
              <a:srgbClr val="8B97A1"/>
            </a:solidFill>
            <a:prstDash val="solid"/>
            <a:headEnd type="none"/>
            <a:tailEnd type="triangle"/>
          </a:ln>
        </p:spPr>
        <p:txBody>
          <a:bodyPr/>
          <a:lstStyle/>
          <a:p>
            <a:endParaRPr lang="en-US"/>
          </a:p>
        </p:txBody>
      </p:sp>
      <p:sp>
        <p:nvSpPr>
          <p:cNvPr id="10" name="Text 8"/>
          <p:cNvSpPr/>
          <p:nvPr/>
        </p:nvSpPr>
        <p:spPr>
          <a:xfrm>
            <a:off x="7844476" y="2768082"/>
            <a:ext cx="1572768" cy="685800"/>
          </a:xfrm>
          <a:prstGeom prst="rect">
            <a:avLst/>
          </a:prstGeom>
          <a:solidFill>
            <a:srgbClr val="2F6A5B"/>
          </a:solidFill>
          <a:ln>
            <a:solidFill>
              <a:srgbClr val="2F6A5B"/>
            </a:solidFill>
          </a:ln>
        </p:spPr>
        <p:txBody>
          <a:bodyPr wrap="square" lIns="635" tIns="635" rIns="635" bIns="635" rtlCol="0" anchor="ctr">
            <a:normAutofit/>
          </a:bodyPr>
          <a:lstStyle/>
          <a:p>
            <a:pPr marL="0" indent="0" algn="ctr">
              <a:buNone/>
            </a:pPr>
            <a:r>
              <a:rPr lang="en-US" sz="1500" b="1" dirty="0">
                <a:solidFill>
                  <a:srgbClr val="FFFFFF"/>
                </a:solidFill>
              </a:rPr>
              <a:t>Spark</a:t>
            </a:r>
            <a:endParaRPr lang="en-US" sz="1500" dirty="0"/>
          </a:p>
          <a:p>
            <a:pPr marL="0" indent="0" algn="ctr">
              <a:buNone/>
            </a:pPr>
            <a:r>
              <a:rPr lang="en-US" sz="1500" b="1" dirty="0">
                <a:solidFill>
                  <a:srgbClr val="FFFFFF"/>
                </a:solidFill>
              </a:rPr>
              <a:t>cleans + types</a:t>
            </a:r>
            <a:endParaRPr lang="en-US" sz="1500" dirty="0"/>
          </a:p>
        </p:txBody>
      </p:sp>
      <p:sp>
        <p:nvSpPr>
          <p:cNvPr id="11" name="Shape 9"/>
          <p:cNvSpPr/>
          <p:nvPr/>
        </p:nvSpPr>
        <p:spPr>
          <a:xfrm>
            <a:off x="8579761" y="3531606"/>
            <a:ext cx="0" cy="276601"/>
          </a:xfrm>
          <a:prstGeom prst="line">
            <a:avLst/>
          </a:prstGeom>
          <a:noFill/>
          <a:ln w="21590">
            <a:solidFill>
              <a:srgbClr val="8B97A1"/>
            </a:solidFill>
            <a:prstDash val="solid"/>
            <a:headEnd type="none"/>
            <a:tailEnd type="triangle"/>
          </a:ln>
        </p:spPr>
        <p:txBody>
          <a:bodyPr/>
          <a:lstStyle/>
          <a:p>
            <a:endParaRPr lang="en-US"/>
          </a:p>
        </p:txBody>
      </p:sp>
      <p:sp>
        <p:nvSpPr>
          <p:cNvPr id="12" name="Text 10"/>
          <p:cNvSpPr/>
          <p:nvPr/>
        </p:nvSpPr>
        <p:spPr>
          <a:xfrm>
            <a:off x="8011220" y="4058661"/>
            <a:ext cx="1325880" cy="685800"/>
          </a:xfrm>
          <a:prstGeom prst="rect">
            <a:avLst/>
          </a:prstGeom>
          <a:solidFill>
            <a:srgbClr val="092C4C"/>
          </a:solidFill>
          <a:ln>
            <a:solidFill>
              <a:srgbClr val="092C4C"/>
            </a:solidFill>
          </a:ln>
        </p:spPr>
        <p:txBody>
          <a:bodyPr wrap="square" lIns="635" tIns="635" rIns="635" bIns="635" rtlCol="0" anchor="ctr">
            <a:normAutofit/>
          </a:bodyPr>
          <a:lstStyle/>
          <a:p>
            <a:pPr marL="0" indent="0" algn="ctr">
              <a:buNone/>
            </a:pPr>
            <a:r>
              <a:rPr lang="en-US" sz="1500" b="1" dirty="0">
                <a:solidFill>
                  <a:srgbClr val="FFFFFF"/>
                </a:solidFill>
              </a:rPr>
              <a:t>Parquet</a:t>
            </a:r>
            <a:endParaRPr lang="en-US" sz="1500" dirty="0"/>
          </a:p>
          <a:p>
            <a:pPr marL="0" indent="0" algn="ctr">
              <a:buNone/>
            </a:pPr>
            <a:r>
              <a:rPr lang="en-US" sz="1500" b="1" dirty="0">
                <a:solidFill>
                  <a:srgbClr val="FFFFFF"/>
                </a:solidFill>
              </a:rPr>
              <a:t>columnar</a:t>
            </a:r>
            <a:endParaRPr lang="en-US" sz="1500" dirty="0"/>
          </a:p>
        </p:txBody>
      </p:sp>
      <p:sp>
        <p:nvSpPr>
          <p:cNvPr id="21" name="Text 19"/>
          <p:cNvSpPr/>
          <p:nvPr/>
        </p:nvSpPr>
        <p:spPr>
          <a:xfrm>
            <a:off x="6583680" y="5349240"/>
            <a:ext cx="4617720" cy="658368"/>
          </a:xfrm>
          <a:prstGeom prst="rect">
            <a:avLst/>
          </a:prstGeom>
          <a:solidFill>
            <a:srgbClr val="FFF1C8"/>
          </a:solidFill>
          <a:ln>
            <a:solidFill>
              <a:srgbClr val="DCE5EA">
                <a:alpha val="80000"/>
              </a:srgbClr>
            </a:solidFill>
          </a:ln>
        </p:spPr>
        <p:txBody>
          <a:bodyPr wrap="square" lIns="1651" tIns="1651" rIns="1651" bIns="1651" rtlCol="0" anchor="ctr">
            <a:normAutofit/>
          </a:bodyPr>
          <a:lstStyle/>
          <a:p>
            <a:pPr marL="0" indent="0">
              <a:buNone/>
            </a:pPr>
            <a:r>
              <a:rPr lang="en-US" sz="1380" dirty="0">
                <a:solidFill>
                  <a:srgbClr val="1F2529"/>
                </a:solidFill>
              </a:rPr>
              <a:t>Parquet is like saving cleaned data in a smarter storage layout so Spark can read less and run faster later.</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75488" y="210312"/>
            <a:ext cx="3840480" cy="91440"/>
          </a:xfrm>
          <a:prstGeom prst="rect">
            <a:avLst/>
          </a:prstGeom>
          <a:solidFill>
            <a:srgbClr val="2F6A5B"/>
          </a:solidFill>
          <a:ln w="12700">
            <a:solidFill>
              <a:srgbClr val="2F6A5B"/>
            </a:solidFill>
            <a:prstDash val="solid"/>
          </a:ln>
        </p:spPr>
        <p:txBody>
          <a:bodyPr/>
          <a:lstStyle/>
          <a:p>
            <a:endParaRPr lang="en-US"/>
          </a:p>
        </p:txBody>
      </p:sp>
      <p:sp>
        <p:nvSpPr>
          <p:cNvPr id="3" name="Shape 1"/>
          <p:cNvSpPr/>
          <p:nvPr/>
        </p:nvSpPr>
        <p:spPr>
          <a:xfrm>
            <a:off x="4407408" y="210312"/>
            <a:ext cx="3703320" cy="91440"/>
          </a:xfrm>
          <a:prstGeom prst="rect">
            <a:avLst/>
          </a:prstGeom>
          <a:solidFill>
            <a:srgbClr val="87AD4C"/>
          </a:solidFill>
          <a:ln w="12700">
            <a:solidFill>
              <a:srgbClr val="87AD4C"/>
            </a:solidFill>
            <a:prstDash val="solid"/>
          </a:ln>
        </p:spPr>
        <p:txBody>
          <a:bodyPr/>
          <a:lstStyle/>
          <a:p>
            <a:endParaRPr lang="en-US"/>
          </a:p>
        </p:txBody>
      </p:sp>
      <p:sp>
        <p:nvSpPr>
          <p:cNvPr id="4" name="Shape 2"/>
          <p:cNvSpPr/>
          <p:nvPr/>
        </p:nvSpPr>
        <p:spPr>
          <a:xfrm>
            <a:off x="8211312" y="210312"/>
            <a:ext cx="3520440" cy="91440"/>
          </a:xfrm>
          <a:prstGeom prst="rect">
            <a:avLst/>
          </a:prstGeom>
          <a:solidFill>
            <a:srgbClr val="8B97A1"/>
          </a:solidFill>
          <a:ln w="12700">
            <a:solidFill>
              <a:srgbClr val="8B97A1"/>
            </a:solidFill>
            <a:prstDash val="solid"/>
          </a:ln>
        </p:spPr>
        <p:txBody>
          <a:bodyPr/>
          <a:lstStyle/>
          <a:p>
            <a:endParaRPr lang="en-US"/>
          </a:p>
        </p:txBody>
      </p:sp>
      <p:sp>
        <p:nvSpPr>
          <p:cNvPr id="5" name="Text 3"/>
          <p:cNvSpPr/>
          <p:nvPr/>
        </p:nvSpPr>
        <p:spPr>
          <a:xfrm>
            <a:off x="475488" y="502920"/>
            <a:ext cx="11247120" cy="987552"/>
          </a:xfrm>
          <a:prstGeom prst="rect">
            <a:avLst/>
          </a:prstGeom>
          <a:solidFill>
            <a:srgbClr val="2F6A5B"/>
          </a:solidFill>
          <a:ln>
            <a:solidFill>
              <a:srgbClr val="2F6A5B"/>
            </a:solidFill>
          </a:ln>
        </p:spPr>
        <p:txBody>
          <a:bodyPr wrap="square" lIns="2286" tIns="2286" rIns="2286" bIns="2286" rtlCol="0" anchor="ctr">
            <a:normAutofit/>
          </a:bodyPr>
          <a:lstStyle/>
          <a:p>
            <a:pPr marL="0" indent="0">
              <a:buNone/>
            </a:pPr>
            <a:r>
              <a:rPr lang="en-US" sz="3100" dirty="0">
                <a:solidFill>
                  <a:srgbClr val="FFFFFF"/>
                </a:solidFill>
                <a:latin typeface="Aptos Display" pitchFamily="34" charset="0"/>
                <a:ea typeface="Aptos Display" pitchFamily="34" charset="-122"/>
                <a:cs typeface="Aptos Display" pitchFamily="34" charset="-120"/>
              </a:rPr>
              <a:t>Bucketing: organizing data by key</a:t>
            </a:r>
            <a:endParaRPr lang="en-US" sz="3100" dirty="0"/>
          </a:p>
        </p:txBody>
      </p:sp>
      <p:sp>
        <p:nvSpPr>
          <p:cNvPr id="6" name="Text 4"/>
          <p:cNvSpPr/>
          <p:nvPr/>
        </p:nvSpPr>
        <p:spPr>
          <a:xfrm>
            <a:off x="777240" y="1865376"/>
            <a:ext cx="5577840" cy="658368"/>
          </a:xfrm>
          <a:prstGeom prst="rect">
            <a:avLst/>
          </a:prstGeom>
          <a:noFill/>
          <a:ln/>
        </p:spPr>
        <p:txBody>
          <a:bodyPr wrap="square" lIns="254" tIns="254" rIns="254" bIns="254" rtlCol="0" anchor="ctr">
            <a:normAutofit fontScale="92500" lnSpcReduction="20000"/>
          </a:bodyPr>
          <a:lstStyle/>
          <a:p>
            <a:pPr marL="0" indent="0">
              <a:buNone/>
            </a:pPr>
            <a:r>
              <a:rPr lang="en-US" sz="1850" b="1" dirty="0">
                <a:solidFill>
                  <a:srgbClr val="204B41"/>
                </a:solidFill>
              </a:rPr>
              <a:t>Bucketing is a way of organizing data into a fixed number of files or buckets based on a hash of one or more columns, usually a join key.</a:t>
            </a:r>
            <a:endParaRPr lang="en-US" sz="1850" dirty="0"/>
          </a:p>
        </p:txBody>
      </p:sp>
      <p:sp>
        <p:nvSpPr>
          <p:cNvPr id="7" name="Text 5"/>
          <p:cNvSpPr/>
          <p:nvPr/>
        </p:nvSpPr>
        <p:spPr>
          <a:xfrm>
            <a:off x="868680" y="2743200"/>
            <a:ext cx="5257800" cy="2514600"/>
          </a:xfrm>
          <a:prstGeom prst="rect">
            <a:avLst/>
          </a:prstGeom>
          <a:noFill/>
          <a:ln/>
        </p:spPr>
        <p:txBody>
          <a:bodyPr wrap="square" lIns="635" tIns="635" rIns="635" bIns="635" rtlCol="0" anchor="t">
            <a:normAutofit/>
          </a:bodyPr>
          <a:lstStyle/>
          <a:p>
            <a:r>
              <a:rPr lang="en-US" sz="1560" dirty="0">
                <a:solidFill>
                  <a:srgbClr val="1F2529"/>
                </a:solidFill>
              </a:rPr>
              <a:t>The idea is to pre-organize records based on a key, such as </a:t>
            </a:r>
            <a:r>
              <a:rPr lang="en-US" sz="1560" dirty="0" err="1">
                <a:solidFill>
                  <a:srgbClr val="1F2529"/>
                </a:solidFill>
              </a:rPr>
              <a:t>customer_id</a:t>
            </a:r>
            <a:r>
              <a:rPr lang="en-US" sz="1560" dirty="0">
                <a:solidFill>
                  <a:srgbClr val="1F2529"/>
                </a:solidFill>
              </a:rPr>
              <a:t> or </a:t>
            </a:r>
            <a:r>
              <a:rPr lang="en-US" sz="1560" dirty="0" err="1">
                <a:solidFill>
                  <a:srgbClr val="1F2529"/>
                </a:solidFill>
              </a:rPr>
              <a:t>movieID</a:t>
            </a:r>
            <a:r>
              <a:rPr lang="en-US" sz="1560" dirty="0">
                <a:solidFill>
                  <a:srgbClr val="1F2529"/>
                </a:solidFill>
              </a:rPr>
              <a:t>. Spark applies a hash function to the key and places the row into a predictable bucket.</a:t>
            </a:r>
          </a:p>
          <a:p>
            <a:endParaRPr lang="en-US" sz="1560" dirty="0">
              <a:solidFill>
                <a:srgbClr val="1F2529"/>
              </a:solidFill>
            </a:endParaRPr>
          </a:p>
          <a:p>
            <a:r>
              <a:rPr lang="en-US" sz="1560" dirty="0">
                <a:solidFill>
                  <a:srgbClr val="1F2529"/>
                </a:solidFill>
              </a:rPr>
              <a:t>But bucketing is not the same as partitioning. Partitioning usually creates visible folders like </a:t>
            </a:r>
            <a:r>
              <a:rPr lang="en-US" sz="1560" b="1" dirty="0">
                <a:solidFill>
                  <a:srgbClr val="1F2529"/>
                </a:solidFill>
              </a:rPr>
              <a:t>date=2026-07-01</a:t>
            </a:r>
            <a:r>
              <a:rPr lang="en-US" sz="1560" dirty="0">
                <a:solidFill>
                  <a:srgbClr val="1F2529"/>
                </a:solidFill>
              </a:rPr>
              <a:t>. Bucketing creates fixed hash groups inside table storage.</a:t>
            </a:r>
          </a:p>
          <a:p>
            <a:endParaRPr lang="en-US" sz="1560" dirty="0">
              <a:solidFill>
                <a:srgbClr val="1F2529"/>
              </a:solidFill>
            </a:endParaRPr>
          </a:p>
        </p:txBody>
      </p:sp>
      <p:sp>
        <p:nvSpPr>
          <p:cNvPr id="8" name="Text 6"/>
          <p:cNvSpPr/>
          <p:nvPr/>
        </p:nvSpPr>
        <p:spPr>
          <a:xfrm>
            <a:off x="8309222" y="1581912"/>
            <a:ext cx="1600200" cy="685800"/>
          </a:xfrm>
          <a:prstGeom prst="rect">
            <a:avLst/>
          </a:prstGeom>
          <a:solidFill>
            <a:srgbClr val="2F6A5B"/>
          </a:solidFill>
          <a:ln>
            <a:solidFill>
              <a:srgbClr val="2F6A5B"/>
            </a:solidFill>
          </a:ln>
        </p:spPr>
        <p:txBody>
          <a:bodyPr wrap="square" lIns="635" tIns="635" rIns="635" bIns="635" rtlCol="0" anchor="ctr">
            <a:normAutofit/>
          </a:bodyPr>
          <a:lstStyle/>
          <a:p>
            <a:pPr marL="0" indent="0" algn="ctr">
              <a:buNone/>
            </a:pPr>
            <a:r>
              <a:rPr lang="en-US" sz="1500" b="1" dirty="0">
                <a:solidFill>
                  <a:srgbClr val="FFFFFF"/>
                </a:solidFill>
              </a:rPr>
              <a:t>Orders</a:t>
            </a:r>
            <a:endParaRPr lang="en-US" sz="1500" dirty="0"/>
          </a:p>
          <a:p>
            <a:pPr marL="0" indent="0" algn="ctr">
              <a:buNone/>
            </a:pPr>
            <a:r>
              <a:rPr lang="en-US" sz="1500" b="1" dirty="0">
                <a:solidFill>
                  <a:srgbClr val="FFFFFF"/>
                </a:solidFill>
              </a:rPr>
              <a:t>customer_id</a:t>
            </a:r>
            <a:endParaRPr lang="en-US" sz="1500" dirty="0"/>
          </a:p>
        </p:txBody>
      </p:sp>
      <p:sp>
        <p:nvSpPr>
          <p:cNvPr id="9" name="Shape 7"/>
          <p:cNvSpPr/>
          <p:nvPr/>
        </p:nvSpPr>
        <p:spPr>
          <a:xfrm>
            <a:off x="9052560" y="2304288"/>
            <a:ext cx="0" cy="286139"/>
          </a:xfrm>
          <a:prstGeom prst="line">
            <a:avLst/>
          </a:prstGeom>
          <a:noFill/>
          <a:ln w="19050">
            <a:solidFill>
              <a:srgbClr val="8B97A1"/>
            </a:solidFill>
            <a:prstDash val="solid"/>
            <a:headEnd type="none"/>
            <a:tailEnd type="triangle"/>
          </a:ln>
        </p:spPr>
        <p:txBody>
          <a:bodyPr/>
          <a:lstStyle/>
          <a:p>
            <a:endParaRPr lang="en-US"/>
          </a:p>
        </p:txBody>
      </p:sp>
      <p:sp>
        <p:nvSpPr>
          <p:cNvPr id="10" name="Text 8"/>
          <p:cNvSpPr/>
          <p:nvPr/>
        </p:nvSpPr>
        <p:spPr>
          <a:xfrm>
            <a:off x="8492102" y="2641278"/>
            <a:ext cx="1234440" cy="685800"/>
          </a:xfrm>
          <a:prstGeom prst="rect">
            <a:avLst/>
          </a:prstGeom>
          <a:solidFill>
            <a:srgbClr val="F47C20"/>
          </a:solidFill>
          <a:ln>
            <a:solidFill>
              <a:srgbClr val="F47C20"/>
            </a:solidFill>
          </a:ln>
        </p:spPr>
        <p:txBody>
          <a:bodyPr wrap="square" lIns="635" tIns="635" rIns="635" bIns="635" rtlCol="0" anchor="ctr">
            <a:normAutofit/>
          </a:bodyPr>
          <a:lstStyle/>
          <a:p>
            <a:pPr marL="0" indent="0" algn="ctr">
              <a:buNone/>
            </a:pPr>
            <a:r>
              <a:rPr lang="en-US" sz="1500" b="1" dirty="0">
                <a:solidFill>
                  <a:srgbClr val="FFFFFF"/>
                </a:solidFill>
              </a:rPr>
              <a:t>Hash key</a:t>
            </a:r>
            <a:endParaRPr lang="en-US" sz="1500" dirty="0"/>
          </a:p>
        </p:txBody>
      </p:sp>
      <p:sp>
        <p:nvSpPr>
          <p:cNvPr id="11" name="Shape 9"/>
          <p:cNvSpPr/>
          <p:nvPr/>
        </p:nvSpPr>
        <p:spPr>
          <a:xfrm>
            <a:off x="9052560" y="3377929"/>
            <a:ext cx="0" cy="410300"/>
          </a:xfrm>
          <a:prstGeom prst="line">
            <a:avLst/>
          </a:prstGeom>
          <a:noFill/>
          <a:ln w="19050">
            <a:solidFill>
              <a:srgbClr val="8B97A1"/>
            </a:solidFill>
            <a:prstDash val="solid"/>
            <a:headEnd type="none"/>
            <a:tailEnd type="triangle"/>
          </a:ln>
        </p:spPr>
        <p:txBody>
          <a:bodyPr/>
          <a:lstStyle/>
          <a:p>
            <a:endParaRPr lang="en-US"/>
          </a:p>
        </p:txBody>
      </p:sp>
      <p:sp>
        <p:nvSpPr>
          <p:cNvPr id="12" name="Text 10"/>
          <p:cNvSpPr/>
          <p:nvPr/>
        </p:nvSpPr>
        <p:spPr>
          <a:xfrm>
            <a:off x="8492102" y="3848364"/>
            <a:ext cx="1234440" cy="1005840"/>
          </a:xfrm>
          <a:prstGeom prst="rect">
            <a:avLst/>
          </a:prstGeom>
          <a:solidFill>
            <a:srgbClr val="092C4C"/>
          </a:solidFill>
          <a:ln>
            <a:solidFill>
              <a:srgbClr val="092C4C"/>
            </a:solidFill>
          </a:ln>
        </p:spPr>
        <p:txBody>
          <a:bodyPr wrap="square" lIns="635" tIns="635" rIns="635" bIns="635" rtlCol="0" anchor="ctr">
            <a:normAutofit/>
          </a:bodyPr>
          <a:lstStyle/>
          <a:p>
            <a:pPr marL="0" indent="0" algn="ctr">
              <a:buNone/>
            </a:pPr>
            <a:r>
              <a:rPr lang="en-US" sz="1180" b="1" dirty="0">
                <a:solidFill>
                  <a:srgbClr val="FFFFFF"/>
                </a:solidFill>
              </a:rPr>
              <a:t>Bucket 0</a:t>
            </a:r>
            <a:endParaRPr lang="en-US" sz="1180" dirty="0"/>
          </a:p>
          <a:p>
            <a:pPr marL="0" indent="0" algn="ctr">
              <a:buNone/>
            </a:pPr>
            <a:r>
              <a:rPr lang="en-US" sz="1180" b="1" dirty="0">
                <a:solidFill>
                  <a:srgbClr val="FFFFFF"/>
                </a:solidFill>
              </a:rPr>
              <a:t>Bucket 1</a:t>
            </a:r>
            <a:endParaRPr lang="en-US" sz="1180" dirty="0"/>
          </a:p>
          <a:p>
            <a:pPr marL="0" indent="0" algn="ctr">
              <a:buNone/>
            </a:pPr>
            <a:r>
              <a:rPr lang="en-US" sz="1180" b="1" dirty="0">
                <a:solidFill>
                  <a:srgbClr val="FFFFFF"/>
                </a:solidFill>
              </a:rPr>
              <a:t>Bucket 2</a:t>
            </a:r>
            <a:endParaRPr lang="en-US" sz="1180" dirty="0"/>
          </a:p>
          <a:p>
            <a:pPr marL="0" indent="0" algn="ctr">
              <a:buNone/>
            </a:pPr>
            <a:r>
              <a:rPr lang="en-US" sz="1180" b="1" dirty="0">
                <a:solidFill>
                  <a:srgbClr val="FFFFFF"/>
                </a:solidFill>
              </a:rPr>
              <a:t>Bucket 3</a:t>
            </a:r>
            <a:endParaRPr lang="en-US" sz="1180" dirty="0"/>
          </a:p>
        </p:txBody>
      </p:sp>
      <p:sp>
        <p:nvSpPr>
          <p:cNvPr id="23" name="Text 8">
            <a:extLst>
              <a:ext uri="{FF2B5EF4-FFF2-40B4-BE49-F238E27FC236}">
                <a16:creationId xmlns:a16="http://schemas.microsoft.com/office/drawing/2014/main" id="{17F62B3B-53B2-057A-9581-146FDEFF8DEE}"/>
              </a:ext>
            </a:extLst>
          </p:cNvPr>
          <p:cNvSpPr/>
          <p:nvPr/>
        </p:nvSpPr>
        <p:spPr>
          <a:xfrm>
            <a:off x="899098" y="4892040"/>
            <a:ext cx="4637065" cy="1463040"/>
          </a:xfrm>
          <a:prstGeom prst="rect">
            <a:avLst/>
          </a:prstGeom>
          <a:solidFill>
            <a:srgbClr val="FFF1C8"/>
          </a:solidFill>
          <a:ln>
            <a:solidFill>
              <a:srgbClr val="DCE5EA">
                <a:alpha val="80000"/>
              </a:srgbClr>
            </a:solidFill>
          </a:ln>
        </p:spPr>
        <p:txBody>
          <a:bodyPr wrap="square" lIns="1651" tIns="1651" rIns="1651" bIns="1651" rtlCol="0" anchor="ctr">
            <a:normAutofit/>
          </a:bodyPr>
          <a:lstStyle/>
          <a:p>
            <a:pPr marL="0" indent="0">
              <a:buNone/>
            </a:pPr>
            <a:r>
              <a:rPr lang="en-US" sz="1380" dirty="0">
                <a:solidFill>
                  <a:srgbClr val="1F2529"/>
                </a:solidFill>
              </a:rPr>
              <a:t>Bucketing is a performance layout choice. It does not automatically guarantee no shuffle. </a:t>
            </a:r>
          </a:p>
          <a:p>
            <a:pPr marL="0" indent="0">
              <a:buNone/>
            </a:pPr>
            <a:endParaRPr lang="en-US" sz="1380" dirty="0">
              <a:solidFill>
                <a:srgbClr val="1F2529"/>
              </a:solidFill>
            </a:endParaRPr>
          </a:p>
          <a:p>
            <a:pPr marL="0" indent="0">
              <a:buNone/>
            </a:pPr>
            <a:r>
              <a:rPr lang="en-US" sz="1380" dirty="0"/>
              <a:t>I would use bucketing only when the data is large, the join key is stable, and the same join happens repeatedly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75488" y="210312"/>
            <a:ext cx="3840480" cy="91440"/>
          </a:xfrm>
          <a:prstGeom prst="rect">
            <a:avLst/>
          </a:prstGeom>
          <a:solidFill>
            <a:srgbClr val="2F6A5B"/>
          </a:solidFill>
          <a:ln w="12700">
            <a:solidFill>
              <a:srgbClr val="2F6A5B"/>
            </a:solidFill>
            <a:prstDash val="solid"/>
          </a:ln>
        </p:spPr>
        <p:txBody>
          <a:bodyPr/>
          <a:lstStyle/>
          <a:p>
            <a:endParaRPr lang="en-US"/>
          </a:p>
        </p:txBody>
      </p:sp>
      <p:sp>
        <p:nvSpPr>
          <p:cNvPr id="3" name="Shape 1"/>
          <p:cNvSpPr/>
          <p:nvPr/>
        </p:nvSpPr>
        <p:spPr>
          <a:xfrm>
            <a:off x="4407408" y="210312"/>
            <a:ext cx="3703320" cy="91440"/>
          </a:xfrm>
          <a:prstGeom prst="rect">
            <a:avLst/>
          </a:prstGeom>
          <a:solidFill>
            <a:srgbClr val="87AD4C"/>
          </a:solidFill>
          <a:ln w="12700">
            <a:solidFill>
              <a:srgbClr val="87AD4C"/>
            </a:solidFill>
            <a:prstDash val="solid"/>
          </a:ln>
        </p:spPr>
        <p:txBody>
          <a:bodyPr/>
          <a:lstStyle/>
          <a:p>
            <a:endParaRPr lang="en-US"/>
          </a:p>
        </p:txBody>
      </p:sp>
      <p:sp>
        <p:nvSpPr>
          <p:cNvPr id="4" name="Shape 2"/>
          <p:cNvSpPr/>
          <p:nvPr/>
        </p:nvSpPr>
        <p:spPr>
          <a:xfrm>
            <a:off x="8211312" y="210312"/>
            <a:ext cx="3520440" cy="91440"/>
          </a:xfrm>
          <a:prstGeom prst="rect">
            <a:avLst/>
          </a:prstGeom>
          <a:solidFill>
            <a:srgbClr val="8B97A1"/>
          </a:solidFill>
          <a:ln w="12700">
            <a:solidFill>
              <a:srgbClr val="8B97A1"/>
            </a:solidFill>
            <a:prstDash val="solid"/>
          </a:ln>
        </p:spPr>
        <p:txBody>
          <a:bodyPr/>
          <a:lstStyle/>
          <a:p>
            <a:endParaRPr lang="en-US"/>
          </a:p>
        </p:txBody>
      </p:sp>
      <p:sp>
        <p:nvSpPr>
          <p:cNvPr id="5" name="Text 3"/>
          <p:cNvSpPr/>
          <p:nvPr/>
        </p:nvSpPr>
        <p:spPr>
          <a:xfrm>
            <a:off x="475488" y="502920"/>
            <a:ext cx="11247120" cy="987552"/>
          </a:xfrm>
          <a:prstGeom prst="rect">
            <a:avLst/>
          </a:prstGeom>
          <a:solidFill>
            <a:srgbClr val="2F6A5B"/>
          </a:solidFill>
          <a:ln>
            <a:solidFill>
              <a:srgbClr val="2F6A5B"/>
            </a:solidFill>
          </a:ln>
        </p:spPr>
        <p:txBody>
          <a:bodyPr wrap="square" lIns="2286" tIns="2286" rIns="2286" bIns="2286" rtlCol="0" anchor="ctr">
            <a:normAutofit/>
          </a:bodyPr>
          <a:lstStyle/>
          <a:p>
            <a:pPr marL="0" indent="0">
              <a:buNone/>
            </a:pPr>
            <a:r>
              <a:rPr lang="en-US" sz="3100" dirty="0">
                <a:solidFill>
                  <a:srgbClr val="FFFFFF"/>
                </a:solidFill>
                <a:latin typeface="Aptos Display" pitchFamily="34" charset="0"/>
                <a:ea typeface="Aptos Display" pitchFamily="34" charset="-122"/>
                <a:cs typeface="Aptos Display" pitchFamily="34" charset="-120"/>
              </a:rPr>
              <a:t>Best practices</a:t>
            </a:r>
            <a:endParaRPr lang="en-US" sz="3100" dirty="0"/>
          </a:p>
        </p:txBody>
      </p:sp>
      <p:sp>
        <p:nvSpPr>
          <p:cNvPr id="6" name="Text 4"/>
          <p:cNvSpPr/>
          <p:nvPr/>
        </p:nvSpPr>
        <p:spPr>
          <a:xfrm>
            <a:off x="731520" y="1965960"/>
            <a:ext cx="3520440" cy="1051560"/>
          </a:xfrm>
          <a:prstGeom prst="rect">
            <a:avLst/>
          </a:prstGeom>
          <a:solidFill>
            <a:srgbClr val="EAF2FC"/>
          </a:solidFill>
          <a:ln>
            <a:solidFill>
              <a:srgbClr val="DCE5EA">
                <a:alpha val="80000"/>
              </a:srgbClr>
            </a:solidFill>
          </a:ln>
        </p:spPr>
        <p:txBody>
          <a:bodyPr wrap="square" lIns="1651" tIns="1651" rIns="1651" bIns="1651" rtlCol="0" anchor="ctr">
            <a:normAutofit/>
          </a:bodyPr>
          <a:lstStyle/>
          <a:p>
            <a:pPr marL="0" indent="0">
              <a:buNone/>
            </a:pPr>
            <a:r>
              <a:rPr lang="en-US" sz="1380" b="1" dirty="0">
                <a:solidFill>
                  <a:srgbClr val="204B41"/>
                </a:solidFill>
              </a:rPr>
              <a:t>1. Avoid unnecessary shuffles
</a:t>
            </a:r>
            <a:r>
              <a:rPr lang="en-US" sz="1380" dirty="0">
                <a:solidFill>
                  <a:srgbClr val="1F2529"/>
                </a:solidFill>
              </a:rPr>
              <a:t>Filter early, select only needed columns, use reduceByKey/groupBy wisely, and join on clean keys.</a:t>
            </a:r>
            <a:endParaRPr lang="en-US" sz="1380" dirty="0"/>
          </a:p>
        </p:txBody>
      </p:sp>
      <p:sp>
        <p:nvSpPr>
          <p:cNvPr id="7" name="Text 5"/>
          <p:cNvSpPr/>
          <p:nvPr/>
        </p:nvSpPr>
        <p:spPr>
          <a:xfrm>
            <a:off x="4434840" y="1965960"/>
            <a:ext cx="3520440" cy="1051560"/>
          </a:xfrm>
          <a:prstGeom prst="rect">
            <a:avLst/>
          </a:prstGeom>
          <a:solidFill>
            <a:srgbClr val="E8F5EA"/>
          </a:solidFill>
          <a:ln>
            <a:solidFill>
              <a:srgbClr val="DCE5EA">
                <a:alpha val="80000"/>
              </a:srgbClr>
            </a:solidFill>
          </a:ln>
        </p:spPr>
        <p:txBody>
          <a:bodyPr wrap="square" lIns="1651" tIns="1651" rIns="1651" bIns="1651" rtlCol="0" anchor="ctr">
            <a:normAutofit/>
          </a:bodyPr>
          <a:lstStyle/>
          <a:p>
            <a:pPr marL="0" indent="0">
              <a:buNone/>
            </a:pPr>
            <a:r>
              <a:rPr lang="en-US" sz="1380" b="1" dirty="0">
                <a:solidFill>
                  <a:srgbClr val="204B41"/>
                </a:solidFill>
              </a:rPr>
              <a:t>2. Prefer Parquet for curated data
P</a:t>
            </a:r>
            <a:r>
              <a:rPr lang="en-US" sz="1380" dirty="0">
                <a:solidFill>
                  <a:srgbClr val="1F2529"/>
                </a:solidFill>
              </a:rPr>
              <a:t>refer Parquet for curated data. CSV is okay for raw exchange, but Parquet is better for analytics and repeated reads.</a:t>
            </a:r>
            <a:endParaRPr lang="en-US" sz="1380" dirty="0"/>
          </a:p>
        </p:txBody>
      </p:sp>
      <p:sp>
        <p:nvSpPr>
          <p:cNvPr id="8" name="Text 6"/>
          <p:cNvSpPr/>
          <p:nvPr/>
        </p:nvSpPr>
        <p:spPr>
          <a:xfrm>
            <a:off x="8138160" y="1965960"/>
            <a:ext cx="3291840" cy="1051560"/>
          </a:xfrm>
          <a:prstGeom prst="rect">
            <a:avLst/>
          </a:prstGeom>
          <a:solidFill>
            <a:srgbClr val="FFF1C8"/>
          </a:solidFill>
          <a:ln>
            <a:solidFill>
              <a:srgbClr val="DCE5EA">
                <a:alpha val="80000"/>
              </a:srgbClr>
            </a:solidFill>
          </a:ln>
        </p:spPr>
        <p:txBody>
          <a:bodyPr wrap="square" lIns="1651" tIns="1651" rIns="1651" bIns="1651" rtlCol="0" anchor="ctr">
            <a:normAutofit lnSpcReduction="10000"/>
          </a:bodyPr>
          <a:lstStyle/>
          <a:p>
            <a:pPr marL="0" indent="0">
              <a:buNone/>
            </a:pPr>
            <a:r>
              <a:rPr lang="en-US" sz="1380" b="1" dirty="0">
                <a:solidFill>
                  <a:srgbClr val="204B41"/>
                </a:solidFill>
              </a:rPr>
              <a:t>3. Use bucketing only when justified
</a:t>
            </a:r>
            <a:r>
              <a:rPr lang="en-US" sz="1380" b="1" dirty="0">
                <a:solidFill>
                  <a:srgbClr val="1F2529"/>
                </a:solidFill>
              </a:rPr>
              <a:t>U</a:t>
            </a:r>
            <a:r>
              <a:rPr lang="en-US" sz="1380" dirty="0">
                <a:solidFill>
                  <a:srgbClr val="1F2529"/>
                </a:solidFill>
              </a:rPr>
              <a:t>se bucketing only when there is a real reason, such as repeated large joins on the same key. We should confirm the benefit using explain() and runtime metrics.</a:t>
            </a:r>
            <a:endParaRPr lang="en-US" sz="1380" dirty="0"/>
          </a:p>
        </p:txBody>
      </p:sp>
      <p:sp>
        <p:nvSpPr>
          <p:cNvPr id="9" name="Text 7"/>
          <p:cNvSpPr/>
          <p:nvPr/>
        </p:nvSpPr>
        <p:spPr>
          <a:xfrm>
            <a:off x="731520" y="3703320"/>
            <a:ext cx="3520440" cy="1051560"/>
          </a:xfrm>
          <a:prstGeom prst="rect">
            <a:avLst/>
          </a:prstGeom>
          <a:solidFill>
            <a:srgbClr val="EEE9FF"/>
          </a:solidFill>
          <a:ln>
            <a:solidFill>
              <a:srgbClr val="DCE5EA">
                <a:alpha val="80000"/>
              </a:srgbClr>
            </a:solidFill>
          </a:ln>
        </p:spPr>
        <p:txBody>
          <a:bodyPr wrap="square" lIns="1651" tIns="1651" rIns="1651" bIns="1651" rtlCol="0" anchor="ctr">
            <a:normAutofit/>
          </a:bodyPr>
          <a:lstStyle/>
          <a:p>
            <a:r>
              <a:rPr lang="en-US" sz="1380" b="1" dirty="0">
                <a:solidFill>
                  <a:srgbClr val="204B41"/>
                </a:solidFill>
              </a:rPr>
              <a:t>4. Watch file sizes
</a:t>
            </a:r>
            <a:r>
              <a:rPr lang="en-US" sz="1380" b="1" dirty="0">
                <a:solidFill>
                  <a:srgbClr val="1F2529"/>
                </a:solidFill>
              </a:rPr>
              <a:t>W</a:t>
            </a:r>
            <a:r>
              <a:rPr lang="en-US" sz="1380" dirty="0">
                <a:solidFill>
                  <a:srgbClr val="1F2529"/>
                </a:solidFill>
              </a:rPr>
              <a:t>atch file sizes. Too many small files can slow Spark down, so sometimes we use coalesce or repartition before writing</a:t>
            </a:r>
            <a:endParaRPr lang="en-US" sz="13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1142</Words>
  <Application>Microsoft Office PowerPoint</Application>
  <PresentationFormat>Widescreen</PresentationFormat>
  <Paragraphs>78</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 RDD Operations, Parquet Files, and Bucketing</dc:title>
  <dc:subject>Spark RDD operations, shuffling, Parquet, and bucketing</dc:subject>
  <dc:creator>OpenAI</dc:creator>
  <cp:lastModifiedBy>Yesgat, Duchyas</cp:lastModifiedBy>
  <cp:revision>1</cp:revision>
  <dcterms:created xsi:type="dcterms:W3CDTF">2026-07-01T14:44:06Z</dcterms:created>
  <dcterms:modified xsi:type="dcterms:W3CDTF">2026-07-01T16:18:02Z</dcterms:modified>
</cp:coreProperties>
</file>